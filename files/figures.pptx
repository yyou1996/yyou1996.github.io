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029"/>
    <p:restoredTop sz="94610"/>
  </p:normalViewPr>
  <p:slideViewPr>
    <p:cSldViewPr snapToGrid="0" snapToObjects="1">
      <p:cViewPr>
        <p:scale>
          <a:sx n="116" d="100"/>
          <a:sy n="116" d="100"/>
        </p:scale>
        <p:origin x="1744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1277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1"/>
          <p:cNvSpPr/>
          <p:nvPr/>
        </p:nvSpPr>
        <p:spPr>
          <a:xfrm>
            <a:off x="9139" y="-3"/>
            <a:ext cx="256093" cy="230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77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47" name="Text 2"/>
          <p:cNvSpPr/>
          <p:nvPr/>
        </p:nvSpPr>
        <p:spPr>
          <a:xfrm>
            <a:off x="1367700" y="44002"/>
            <a:ext cx="50369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7750"/>
              </a:lnSpc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Title: Minimal take-home statement (Arial, font size 11, boldfaced)</a:t>
            </a:r>
            <a:endParaRPr lang="en-US" sz="1100" dirty="0"/>
          </a:p>
        </p:txBody>
      </p:sp>
      <p:sp>
        <p:nvSpPr>
          <p:cNvPr id="135" name="Text 2">
            <a:extLst>
              <a:ext uri="{FF2B5EF4-FFF2-40B4-BE49-F238E27FC236}">
                <a16:creationId xmlns:a16="http://schemas.microsoft.com/office/drawing/2014/main" id="{5847ABAE-0B32-EEDC-6D5F-76787F77F21E}"/>
              </a:ext>
            </a:extLst>
          </p:cNvPr>
          <p:cNvSpPr/>
          <p:nvPr/>
        </p:nvSpPr>
        <p:spPr>
          <a:xfrm>
            <a:off x="2970004" y="230883"/>
            <a:ext cx="18323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7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Arial, font size 11</a:t>
            </a:r>
            <a:endParaRPr lang="en-US" sz="1100" dirty="0"/>
          </a:p>
        </p:txBody>
      </p:sp>
      <p:sp>
        <p:nvSpPr>
          <p:cNvPr id="136" name="Text 2">
            <a:extLst>
              <a:ext uri="{FF2B5EF4-FFF2-40B4-BE49-F238E27FC236}">
                <a16:creationId xmlns:a16="http://schemas.microsoft.com/office/drawing/2014/main" id="{5E08DC80-0BDC-C7FB-EF9F-A4ACD7C3DF8C}"/>
              </a:ext>
            </a:extLst>
          </p:cNvPr>
          <p:cNvSpPr/>
          <p:nvPr/>
        </p:nvSpPr>
        <p:spPr>
          <a:xfrm>
            <a:off x="2970004" y="417764"/>
            <a:ext cx="18323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77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Arial, font size 10</a:t>
            </a:r>
            <a:endParaRPr lang="en-US" sz="1000" dirty="0"/>
          </a:p>
        </p:txBody>
      </p:sp>
      <p:sp>
        <p:nvSpPr>
          <p:cNvPr id="137" name="Text 2">
            <a:extLst>
              <a:ext uri="{FF2B5EF4-FFF2-40B4-BE49-F238E27FC236}">
                <a16:creationId xmlns:a16="http://schemas.microsoft.com/office/drawing/2014/main" id="{B2D0BE93-E6D9-AD6B-9D8E-E2E5281A72A7}"/>
              </a:ext>
            </a:extLst>
          </p:cNvPr>
          <p:cNvSpPr/>
          <p:nvPr/>
        </p:nvSpPr>
        <p:spPr>
          <a:xfrm>
            <a:off x="2970003" y="604645"/>
            <a:ext cx="18323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7750"/>
              </a:lnSpc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Arial, font size 9</a:t>
            </a:r>
            <a:endParaRPr lang="en-US" sz="9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C4EE358-6721-0ED7-3504-1357CD9AAA61}"/>
              </a:ext>
            </a:extLst>
          </p:cNvPr>
          <p:cNvSpPr/>
          <p:nvPr/>
        </p:nvSpPr>
        <p:spPr>
          <a:xfrm>
            <a:off x="2110854" y="4847791"/>
            <a:ext cx="3550688" cy="362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7750"/>
              </a:lnSpc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figure caption contains the necessary information for readers to understand the figure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89F1B824-061F-3BD9-524B-0D89D2985F70}"/>
              </a:ext>
            </a:extLst>
          </p:cNvPr>
          <p:cNvSpPr/>
          <p:nvPr/>
        </p:nvSpPr>
        <p:spPr>
          <a:xfrm>
            <a:off x="9139" y="-3"/>
            <a:ext cx="256093" cy="230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77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A7EF416-77DF-2CFC-19FC-4ABE4A418289}"/>
              </a:ext>
            </a:extLst>
          </p:cNvPr>
          <p:cNvSpPr/>
          <p:nvPr/>
        </p:nvSpPr>
        <p:spPr>
          <a:xfrm>
            <a:off x="1367700" y="44002"/>
            <a:ext cx="50369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7750"/>
              </a:lnSpc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Title: Minimal take-home statement (Arial, font size 11, boldfaced)</a:t>
            </a:r>
            <a:endParaRPr lang="en-US" sz="11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FDEA7B5-A22E-4793-9370-5A2C0C090481}"/>
              </a:ext>
            </a:extLst>
          </p:cNvPr>
          <p:cNvSpPr/>
          <p:nvPr/>
        </p:nvSpPr>
        <p:spPr>
          <a:xfrm>
            <a:off x="2970004" y="230883"/>
            <a:ext cx="18323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7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Arial, font size 11</a:t>
            </a:r>
            <a:endParaRPr lang="en-US" sz="11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6132406F-16C6-8FC3-FA4D-9FA77D18ED4A}"/>
              </a:ext>
            </a:extLst>
          </p:cNvPr>
          <p:cNvSpPr/>
          <p:nvPr/>
        </p:nvSpPr>
        <p:spPr>
          <a:xfrm>
            <a:off x="2970004" y="417764"/>
            <a:ext cx="18323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77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Arial, font size 10</a:t>
            </a:r>
            <a:endParaRPr lang="en-US" sz="1000" dirty="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92C18374-D5B4-9B14-3B6A-F3B0002BE65B}"/>
              </a:ext>
            </a:extLst>
          </p:cNvPr>
          <p:cNvSpPr/>
          <p:nvPr/>
        </p:nvSpPr>
        <p:spPr>
          <a:xfrm>
            <a:off x="2970003" y="604645"/>
            <a:ext cx="18323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7750"/>
              </a:lnSpc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Arial, font size 9</a:t>
            </a:r>
            <a:endParaRPr lang="en-US" sz="900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DEC8F1F9-E3C8-B1A0-FDE7-28DB764F5289}"/>
              </a:ext>
            </a:extLst>
          </p:cNvPr>
          <p:cNvSpPr/>
          <p:nvPr/>
        </p:nvSpPr>
        <p:spPr>
          <a:xfrm>
            <a:off x="2110854" y="4847791"/>
            <a:ext cx="3550688" cy="362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7750"/>
              </a:lnSpc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figure caption contains the necessary information for readers to understand the figure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8db747c884a021285ec2043"/>
  <p:tag name="SLIDEID" val="400faf14-4792-494f-a4cf-e1154bba71af"/>
  <p:tag name="VERSION" val="1760532424383"/>
  <p:tag name="TITLE" val="export"/>
  <p:tag name="CREATORNAME" val="bioren der"/>
  <p:tag name="DATEINSERTED" val="1778654853636"/>
  <p:tag name="DPI" val="300"/>
  <p:tag name="BIOJSON" val="{&quot;id&quot;:&quot;c811f71f-1d35-4623-8090-6ecae2d4a06a&quot;,&quot;objects&quot;:{&quot;400faf14-4792-494f-a4cf-e1154bba71af&quot;:{&quot;id&quot;:&quot;400faf14-4792-494f-a4cf-e1154bba71af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c811f71f-1d35-4623-8090-6ecae2d4a06a&quot;,&quot;order&quot;:&quot;7&quot;}},&quot;dcbe7037-379e-482b-8d81-a2f7bd7fd4e1&quot;:{&quot;id&quot;:&quot;dcbe7037-379e-482b-8d81-a2f7bd7fd4e1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816,&quot;y&quot;:1056}},&quot;pathStyles&quot;:[{&quot;type&quot;:&quot;FILL&quot;,&quot;fillStyle&quot;:&quot;rgba(0,0,0,0)&quot;}],&quot;parent&quot;:{&quot;parentId&quot;:&quot;400faf14-4792-494f-a4cf-e1154bba71af&quot;,&quot;type&quot;:&quot;FRAME&quot;,&quot;order&quot;:&quot;5&quot;}},&quot;66e0a52d-7a31-4ee6-8f3d-95d20374a834&quot;:{&quot;relativeTransform&quot;:{&quot;translate&quot;:{&quot;x&quot;:114.40291797167288,&quot;y&quot;:-515.6507538791026},&quot;rotate&quot;:0,&quot;skewX&quot;:0,&quot;scale&quot;:{&quot;x&quot;:1,&quot;y&quot;:1}},&quot;type&quot;:&quot;FIGURE_OBJECT&quot;,&quot;id&quot;:&quot;66e0a52d-7a31-4ee6-8f3d-95d20374a834&quot;,&quot;parent&quot;:{&quot;type&quot;:&quot;CHILD&quot;,&quot;parentId&quot;:&quot;400faf14-4792-494f-a4cf-e1154bba71af&quot;,&quot;order&quot;:&quot;005&quot;},&quot;name&quot;:&quot;Tumor (cellular, editable)&quot;,&quot;displayName&quot;:&quot;Tumor (cellular, editable)&quot;,&quot;source&quot;:{&quot;id&quot;:&quot;6165db440d450800a7d6ee5c&quot;,&quot;type&quot;:&quot;ASSETS&quot;},&quot;isPremium&quot;:true},&quot;afca1c34-7cab-4613-a0b3-8113282afb4e&quot;:{&quot;id&quot;:&quot;afca1c34-7cab-4613-a0b3-8113282afb4e&quot;,&quot;name&quot;:&quot;Cancer cell&quot;,&quot;type&quot;:&quot;FIGURE_OBJECT&quot;,&quot;relativeTransform&quot;:{&quot;translate&quot;:{&quot;x&quot;:-454.2191089836253,&quot;y&quot;:143.8774897914888},&quot;rotate&quot;:0,&quot;skewX&quot;:0,&quot;scale&quot;:{&quot;x&quot;:0.5039178038105219,&quot;y&quot;:0.5039178038105219}},&quot;image&quot;:{&quot;url&quot;:&quot;https://icons.cdn.biorender.com/biorender/6153716fe75ac20029699eee/20211025190637/image/6153716fe75ac20029699eee.png&quot;,&quot;fallbackUrl&quot;:&quot;sources/icons/6153716fe75ac20029699eee/20211025190637/image/6153716fe75ac20029699eee.svg&quot;,&quot;isPremium&quot;:false,&quot;isPacked&quot;:true,&quot;size&quot;:{&quot;x&quot;:100,&quot;y&quot;:100.95238095238095}},&quot;source&quot;:{&quot;id&quot;:&quot;6153716fe75ac20029699eee&quot;,&quot;type&quot;:&quot;ASSETS&quot;},&quot;parent&quot;:{&quot;type&quot;:&quot;CHILD&quot;,&quot;parentId&quot;:&quot;66e0a52d-7a31-4ee6-8f3d-95d20374a834&quot;,&quot;order&quot;:&quot;7&quot;}},&quot;71fbb857-e643-4a2d-9ade-a68523ae774b&quot;:{&quot;id&quot;:&quot;71fbb857-e643-4a2d-9ade-a68523ae774b&quot;,&quot;name&quot;:&quot;Cancer cell&quot;,&quot;type&quot;:&quot;FIGURE_OBJECT&quot;,&quot;relativeTransform&quot;:{&quot;translate&quot;:{&quot;x&quot;:-436.3907633467211,&quot;y&quot;:99.06670103422043},&quot;rotate&quot;:-0.8493334554369057,&quot;skewX&quot;:1.3987753816160965e-16,&quot;scale&quot;:{&quot;x&quot;:0.4454522215385988,&quot;y&quot;:0.44545222153859915}},&quot;image&quot;:{&quot;url&quot;:&quot;https://icons.cdn.biorender.com/biorender/6153716fe75ac20029699eee/20211025190637/image/6153716fe75ac20029699eee.png&quot;,&quot;fallbackUrl&quot;:&quot;sources/icons/6153716fe75ac20029699eee/20211025190637/image/6153716fe75ac20029699eee.svg&quot;,&quot;isPremium&quot;:false,&quot;isPacked&quot;:true,&quot;size&quot;:{&quot;x&quot;:100,&quot;y&quot;:100.95238095238095}},&quot;source&quot;:{&quot;id&quot;:&quot;6153716fe75ac20029699eee&quot;,&quot;type&quot;:&quot;ASSETS&quot;},&quot;parent&quot;:{&quot;type&quot;:&quot;CHILD&quot;,&quot;parentId&quot;:&quot;66e0a52d-7a31-4ee6-8f3d-95d20374a834&quot;,&quot;order&quot;:&quot;75&quot;}},&quot;29ee203b-f612-43dd-81d7-bcd4f7558282&quot;:{&quot;id&quot;:&quot;29ee203b-f612-43dd-81d7-bcd4f7558282&quot;,&quot;name&quot;:&quot;Cancer cell&quot;,&quot;type&quot;:&quot;FIGURE_OBJECT&quot;,&quot;relativeTransform&quot;:{&quot;translate&quot;:{&quot;x&quot;:-491.3190932074664,&quot;y&quot;:125.38509267470897},&quot;rotate&quot;:0.6009967069117247,&quot;skewX&quot;:2.7975507632321914e-16,&quot;scale&quot;:{&quot;x&quot;:0.4454522215385989,&quot;y&quot;:0.445452221538599}},&quot;image&quot;:{&quot;url&quot;:&quot;https://icons.cdn.biorender.com/biorender/6153716fe75ac20029699eee/20211025190637/image/6153716fe75ac20029699eee.png&quot;,&quot;fallbackUrl&quot;:&quot;sources/icons/6153716fe75ac20029699eee/20211025190637/image/6153716fe75ac20029699eee.svg&quot;,&quot;isPremium&quot;:false,&quot;isPacked&quot;:true,&quot;size&quot;:{&quot;x&quot;:100,&quot;y&quot;:100.95238095238095}},&quot;source&quot;:{&quot;id&quot;:&quot;6153716fe75ac20029699eee&quot;,&quot;type&quot;:&quot;ASSETS&quot;},&quot;parent&quot;:{&quot;type&quot;:&quot;CHILD&quot;,&quot;parentId&quot;:&quot;66e0a52d-7a31-4ee6-8f3d-95d20374a834&quot;,&quot;order&quot;:&quot;8&quot;}},&quot;944b6fb1-2970-470e-8d59-2919c45a643e&quot;:{&quot;id&quot;:&quot;944b6fb1-2970-470e-8d59-2919c45a643e&quot;,&quot;name&quot;:&quot;Cancer cell&quot;,&quot;type&quot;:&quot;FIGURE_OBJECT&quot;,&quot;relativeTransform&quot;:{&quot;translate&quot;:{&quot;x&quot;:-469.12579500410936,&quot;y&quot;:102.82165139430141},&quot;rotate&quot;:-0.529295204483221,&quot;skewX&quot;:0,&quot;scale&quot;:{&quot;x&quot;:0.38384534704497025,&quot;y&quot;:0.38384534704497025}},&quot;image&quot;:{&quot;url&quot;:&quot;https://icons.cdn.biorender.com/biorender/6153716fe75ac20029699eee/20211025190637/image/6153716fe75ac20029699eee.png&quot;,&quot;fallbackUrl&quot;:&quot;sources/icons/6153716fe75ac20029699eee/20211025190637/image/6153716fe75ac20029699eee.svg&quot;,&quot;isPremium&quot;:false,&quot;isPacked&quot;:true,&quot;size&quot;:{&quot;x&quot;:100,&quot;y&quot;:100.95238095238095}},&quot;source&quot;:{&quot;id&quot;:&quot;6153716fe75ac20029699eee&quot;,&quot;type&quot;:&quot;ASSETS&quot;},&quot;parent&quot;:{&quot;type&quot;:&quot;CHILD&quot;,&quot;parentId&quot;:&quot;66e0a52d-7a31-4ee6-8f3d-95d20374a834&quot;,&quot;order&quot;:&quot;5&quot;}},&quot;b8c3c2bf-4d87-4710-b3b8-a50ef04414fe&quot;:{&quot;id&quot;:&quot;b8c3c2bf-4d87-4710-b3b8-a50ef04414fe&quot;,&quot;name&quot;:&quot;Cancer cell&quot;,&quot;type&quot;:&quot;FIGURE_OBJECT&quot;,&quot;relativeTransform&quot;:{&quot;translate&quot;:{&quot;x&quot;:-489.4027553608337,&quot;y&quot;:150.5407139165981},&quot;rotate&quot;:0.5292952044832209,&quot;skewX&quot;:0,&quot;scale&quot;:{&quot;x&quot;:-0.38384534704497025,&quot;y&quot;:0.38384534704497025}},&quot;image&quot;:{&quot;url&quot;:&quot;https://icons.cdn.biorender.com/biorender/6153716fe75ac20029699eee/20211025190637/image/6153716fe75ac20029699eee.png&quot;,&quot;fallbackUrl&quot;:&quot;sources/icons/6153716fe75ac20029699eee/20211025190637/image/6153716fe75ac20029699eee.svg&quot;,&quot;isPremium&quot;:false,&quot;isPacked&quot;:true,&quot;size&quot;:{&quot;x&quot;:100,&quot;y&quot;:100.95238095238095}},&quot;source&quot;:{&quot;id&quot;:&quot;6153716fe75ac20029699eee&quot;,&quot;type&quot;:&quot;ASSETS&quot;},&quot;parent&quot;:{&quot;type&quot;:&quot;CHILD&quot;,&quot;parentId&quot;:&quot;66e0a52d-7a31-4ee6-8f3d-95d20374a834&quot;,&quot;order&quot;:&quot;55&quot;}},&quot;bcbe158f-7510-414a-9242-0d98a34c1052&quot;:{&quot;id&quot;:&quot;bcbe158f-7510-414a-9242-0d98a34c1052&quot;,&quot;name&quot;:&quot;Cancer cell&quot;,&quot;type&quot;:&quot;FIGURE_OBJECT&quot;,&quot;relativeTransform&quot;:{&quot;translate&quot;:{&quot;x&quot;:-431.30677200792195,&quot;y&quot;:164.45208804572667},&quot;rotate&quot;:0.3583444646624428,&quot;skewX&quot;:-1.8838125138904261e-16,&quot;scale&quot;:{&quot;x&quot;:0.38384534704497036,&quot;y&quot;:0.3838453470449706}},&quot;image&quot;:{&quot;url&quot;:&quot;https://icons.cdn.biorender.com/biorender/6153716fe75ac20029699eee/20211025190637/image/6153716fe75ac20029699eee.png&quot;,&quot;fallbackUrl&quot;:&quot;sources/icons/6153716fe75ac20029699eee/20211025190637/image/6153716fe75ac20029699eee.svg&quot;,&quot;isPremium&quot;:false,&quot;isPacked&quot;:true,&quot;size&quot;:{&quot;x&quot;:100,&quot;y&quot;:100.95238095238095}},&quot;source&quot;:{&quot;id&quot;:&quot;6153716fe75ac20029699eee&quot;,&quot;type&quot;:&quot;ASSETS&quot;},&quot;parent&quot;:{&quot;type&quot;:&quot;CHILD&quot;,&quot;parentId&quot;:&quot;66e0a52d-7a31-4ee6-8f3d-95d20374a834&quot;,&quot;order&quot;:&quot;2&quot;}},&quot;dc60439c-e77f-4c3d-a089-7cd6047671bb&quot;:{&quot;id&quot;:&quot;dc60439c-e77f-4c3d-a089-7cd6047671bb&quot;,&quot;name&quot;:&quot;Cancer cell&quot;,&quot;type&quot;:&quot;FIGURE_OBJECT&quot;,&quot;relativeTransform&quot;:{&quot;translate&quot;:{&quot;x&quot;:-420.71586117278855,&quot;y&quot;:121.02422756728605},&quot;rotate&quot;:0.5292952044832209,&quot;skewX&quot;:0,&quot;scale&quot;:{&quot;x&quot;:-0.38384534704497025,&quot;y&quot;:0.38384534704497025}},&quot;image&quot;:{&quot;url&quot;:&quot;https://icons.cdn.biorender.com/biorender/6153716fe75ac20029699eee/20211025190637/image/6153716fe75ac20029699eee.png&quot;,&quot;fallbackUrl&quot;:&quot;sources/icons/6153716fe75ac20029699eee/20211025190637/image/6153716fe75ac20029699eee.svg&quot;,&quot;isPremium&quot;:false,&quot;isPacked&quot;:true,&quot;size&quot;:{&quot;x&quot;:100,&quot;y&quot;:100.95238095238095}},&quot;source&quot;:{&quot;id&quot;:&quot;6153716fe75ac20029699eee&quot;,&quot;type&quot;:&quot;ASSETS&quot;},&quot;parent&quot;:{&quot;type&quot;:&quot;CHILD&quot;,&quot;parentId&quot;:&quot;66e0a52d-7a31-4ee6-8f3d-95d20374a834&quot;,&quot;order&quot;:&quot;25&quot;}},&quot;32639204-dcc5-45d3-ba36-af426d2ae12e&quot;:{&quot;id&quot;:&quot;32639204-dcc5-45d3-ba36-af426d2ae12e&quot;,&quot;name&quot;:&quot;Cancer cell&quot;,&quot;type&quot;:&quot;FIGURE_OBJECT&quot;,&quot;relativeTransform&quot;:{&quot;translate&quot;:{&quot;x&quot;:-416.86311241134354,&quot;y&quot;:146.71978563423983},&quot;rotate&quot;:0.35834446466244274,&quot;skewX&quot;:5.708924906082725e-17,&quot;scale&quot;:{&quot;x&quot;:0.34863257078049387,&quot;y&quot;:0.3486325707804938}},&quot;image&quot;:{&quot;url&quot;:&quot;https://icons.cdn.biorender.com/biorender/6153716fe75ac20029699eee/20211025190637/image/6153716fe75ac20029699eee.png&quot;,&quot;fallbackUrl&quot;:&quot;sources/icons/6153716fe75ac20029699eee/20211025190637/image/6153716fe75ac20029699eee.svg&quot;,&quot;isPremium&quot;:false,&quot;isPacked&quot;:true,&quot;size&quot;:{&quot;x&quot;:100,&quot;y&quot;:100.95238095238095}},&quot;source&quot;:{&quot;id&quot;:&quot;6153716fe75ac20029699eee&quot;,&quot;type&quot;:&quot;ASSETS&quot;},&quot;parent&quot;:{&quot;type&quot;:&quot;CHILD&quot;,&quot;parentId&quot;:&quot;66e0a52d-7a31-4ee6-8f3d-95d20374a834&quot;,&quot;order&quot;:&quot;1&quot;}},&quot;4f9b2da5-0aa7-4d2e-a3cc-cc09711b1f6c&quot;:{&quot;id&quot;:&quot;4f9b2da5-0aa7-4d2e-a3cc-cc09711b1f6c&quot;,&quot;name&quot;:&quot;Cancer cell&quot;,&quot;type&quot;:&quot;FIGURE_OBJECT&quot;,&quot;relativeTransform&quot;:{&quot;translate&quot;:{&quot;x&quot;:-461.9693294164932,&quot;y&quot;:169.9521889009242},&quot;rotate&quot;:-4.440892098500626e-16,&quot;skewX&quot;:0,&quot;scale&quot;:{&quot;x&quot;:0.38384534704497014,&quot;y&quot;:0.3838453470449702}},&quot;image&quot;:{&quot;url&quot;:&quot;https://icons.cdn.biorender.com/biorender/6153716fe75ac20029699eee/20211025190637/image/6153716fe75ac20029699eee.png&quot;,&quot;fallbackUrl&quot;:&quot;sources/icons/6153716fe75ac20029699eee/20211025190637/image/6153716fe75ac20029699eee.svg&quot;,&quot;isPremium&quot;:false,&quot;isPacked&quot;:true,&quot;size&quot;:{&quot;x&quot;:100,&quot;y&quot;:100.95238095238095}},&quot;source&quot;:{&quot;id&quot;:&quot;6153716fe75ac20029699eee&quot;,&quot;type&quot;:&quot;ASSETS&quot;},&quot;parent&quot;:{&quot;type&quot;:&quot;CHILD&quot;,&quot;parentId&quot;:&quot;66e0a52d-7a31-4ee6-8f3d-95d20374a834&quot;,&quot;order&quot;:&quot;15&quot;}},&quot;3ffb2a26-86fd-43a2-b821-09883c5acaa5&quot;:{&quot;id&quot;:&quot;3ffb2a26-86fd-43a2-b821-09883c5acaa5&quot;,&quot;name&quot;:&quot;Cancer cell&quot;,&quot;type&quot;:&quot;FIGURE_OBJECT&quot;,&quot;relativeTransform&quot;:{&quot;translate&quot;:{&quot;x&quot;:-458.7867714557963,&quot;y&quot;:125.3854399846189},&quot;rotate&quot;:0.3583444646624424,&quot;skewX&quot;:8.128319007536734e-17,&quot;scale&quot;:{&quot;x&quot;:0.4131994659341186,&quot;y&quot;:0.4131994659341186}},&quot;image&quot;:{&quot;url&quot;:&quot;https://icons.cdn.biorender.com/biorender/6153716fe75ac20029699eee/20211025190637/image/6153716fe75ac20029699eee.png&quot;,&quot;fallbackUrl&quot;:&quot;sources/icons/6153716fe75ac20029699eee/20211025190637/image/6153716fe75ac20029699eee.svg&quot;,&quot;isPremium&quot;:false,&quot;isPacked&quot;:true,&quot;size&quot;:{&quot;x&quot;:100,&quot;y&quot;:100.95238095238095}},&quot;source&quot;:{&quot;id&quot;:&quot;6153716fe75ac20029699eee&quot;,&quot;type&quot;:&quot;ASSETS&quot;},&quot;parent&quot;:{&quot;type&quot;:&quot;CHILD&quot;,&quot;parentId&quot;:&quot;66e0a52d-7a31-4ee6-8f3d-95d20374a834&quot;,&quot;order&quot;:&quot;01&quot;}},&quot;8d4963d0-eb9f-4f0c-838c-3105dc37b142&quot;:{&quot;id&quot;:&quot;8d4963d0-eb9f-4f0c-838c-3105dc37b142&quot;,&quot;name&quot;:&quot;Cancer cell&quot;,&quot;type&quot;:&quot;FIGURE_OBJECT&quot;,&quot;relativeTransform&quot;:{&quot;translate&quot;:{&quot;x&quot;:-436.3908629114624,&quot;y&quot;:137.64735534589465},&quot;rotate&quot;:0.3583444646624424,&quot;skewX&quot;:8.128319007536734e-17,&quot;scale&quot;:{&quot;x&quot;:0.4131994659341186,&quot;y&quot;:0.4131994659341186}},&quot;image&quot;:{&quot;url&quot;:&quot;https://icons.cdn.biorender.com/biorender/6153716fe75ac20029699eee/20211025190637/image/6153716fe75ac20029699eee.png&quot;,&quot;fallbackUrl&quot;:&quot;sources/icons/6153716fe75ac20029699eee/20211025190637/image/6153716fe75ac20029699eee.svg&quot;,&quot;isPremium&quot;:false,&quot;isPacked&quot;:true,&quot;size&quot;:{&quot;x&quot;:100,&quot;y&quot;:100.95238095238095}},&quot;source&quot;:{&quot;id&quot;:&quot;6153716fe75ac20029699eee&quot;,&quot;type&quot;:&quot;ASSETS&quot;},&quot;parent&quot;:{&quot;type&quot;:&quot;CHILD&quot;,&quot;parentId&quot;:&quot;66e0a52d-7a31-4ee6-8f3d-95d20374a834&quot;,&quot;order&quot;:&quot;05&quot;}},&quot;5104c737-f2c0-4ffc-a3da-e3d14f6ce4ce&quot;:{&quot;id&quot;:&quot;5104c737-f2c0-4ffc-a3da-e3d14f6ce4ce&quot;,&quot;name&quot;:&quot;Cancer cell&quot;,&quot;type&quot;:&quot;FIGURE_OBJECT&quot;,&quot;relativeTransform&quot;:{&quot;translate&quot;:{&quot;x&quot;:-473.72736497744137,&quot;y&quot;:143.87764618752036},&quot;rotate&quot;:0.3583444646624424,&quot;skewX&quot;:8.128319007536734e-17,&quot;scale&quot;:{&quot;x&quot;:0.4131994659341186,&quot;y&quot;:0.4131994659341186}},&quot;image&quot;:{&quot;url&quot;:&quot;https://icons.cdn.biorender.com/biorender/6153716fe75ac20029699eee/20211025190637/image/6153716fe75ac20029699eee.png&quot;,&quot;fallbackUrl&quot;:&quot;sources/icons/6153716fe75ac20029699eee/20211025190637/image/6153716fe75ac20029699eee.svg&quot;,&quot;isPremium&quot;:false,&quot;isPacked&quot;:true,&quot;size&quot;:{&quot;x&quot;:100,&quot;y&quot;:100.95238095238095}},&quot;source&quot;:{&quot;id&quot;:&quot;6153716fe75ac20029699eee&quot;,&quot;type&quot;:&quot;ASSETS&quot;},&quot;parent&quot;:{&quot;type&quot;:&quot;CHILD&quot;,&quot;parentId&quot;:&quot;66e0a52d-7a31-4ee6-8f3d-95d20374a834&quot;,&quot;order&quot;:&quot;02&quot;}},&quot;46c03eaa-2d3c-44ea-8ff3-f5fb08c4f58a&quot;:{&quot;id&quot;:&quot;46c03eaa-2d3c-44ea-8ff3-f5fb08c4f58a&quot;,&quot;name&quot;:&quot;Cancer cell&quot;,&quot;type&quot;:&quot;FIGURE_OBJECT&quot;,&quot;relativeTransform&quot;:{&quot;translate&quot;:{&quot;x&quot;:-487.17609147048245,&quot;y&quot;:102.82165139430151},&quot;rotate&quot;:-4.440892098500626e-16,&quot;skewX&quot;:0,&quot;scale&quot;:{&quot;x&quot;:0.38384534704497014,&quot;y&quot;:0.3838453470449702}},&quot;image&quot;:{&quot;url&quot;:&quot;https://icons.cdn.biorender.com/biorender/6153716fe75ac20029699eee/20211025190637/image/6153716fe75ac20029699eee.png&quot;,&quot;fallbackUrl&quot;:&quot;sources/icons/6153716fe75ac20029699eee/20211025190637/image/6153716fe75ac20029699eee.svg&quot;,&quot;isPremium&quot;:false,&quot;isPacked&quot;:true,&quot;size&quot;:{&quot;x&quot;:100,&quot;y&quot;:100.95238095238095}},&quot;source&quot;:{&quot;id&quot;:&quot;6153716fe75ac20029699eee&quot;,&quot;type&quot;:&quot;ASSETS&quot;},&quot;parent&quot;:{&quot;type&quot;:&quot;CHILD&quot;,&quot;parentId&quot;:&quot;66e0a52d-7a31-4ee6-8f3d-95d20374a834&quot;,&quot;order&quot;:&quot;3&quot;}},&quot;1156df9b-98a1-412d-87f1-807782a4fa99&quot;:{&quot;id&quot;:&quot;1156df9b-98a1-412d-87f1-807782a4fa99&quot;,&quot;type&quot;:&quot;FIGURE_OBJECT&quot;,&quot;relativeTransform&quot;:{&quot;translate&quot;:{&quot;x&quot;:-256.9144157711388,&quot;y&quot;:-388.08626931075946},&quot;rotate&quot;:0,&quot;skewX&quot;:0,&quot;scale&quot;:{&quot;x&quot;:1,&quot;y&quot;:1}},&quot;text&quot;:{&quot;textData&quot;:{&quot;lineSpacing&quot;:&quot;normal&quot;,&quot;alignment&quot;:&quot;center&quot;,&quot;verticalAlign&quot;:&quot;CENTER&quot;,&quot;lines&quot;:[{&quot;runs&quot;:[{&quot;style&quot;:{&quot;fontFamily&quot;:&quot;Roboto&quot;,&quot;fontSize&quot;:37.11200351738383,&quot;color&quot;:&quot;black&quot;,&quot;fontWeight&quot;:&quot;normal&quot;,&quot;fontStyle&quot;:&quot;normal&quot;,&quot;decoration&quot;:&quot;none&quot;},&quot;range&quot;:[0,0]}],&quot;text&quot;:&quot;+&quot;}],&quot;_lastCaretLocation&quot;:{&quot;lineIndex&quot;:0,&quot;runIndex&quot;:-1,&quot;charIndex&quot;:-1,&quot;endOfLine&quot;:true}},&quot;format&quot;:&quot;BETTER_TEXT&quot;,&quot;size&quot;:{&quot;x&quot;:46.09930210824956,&quot;y&quot;:43.42104411533909},&quot;targetSize&quot;:{&quot;x&quot;:46.09930210824956,&quot;y&quot;:43.42104411533909}},&quot;parent&quot;:{&quot;type&quot;:&quot;CHILD&quot;,&quot;parentId&quot;:&quot;400faf14-4792-494f-a4cf-e1154bba71af&quot;,&quot;order&quot;:&quot;01&quot;}},&quot;b9ce042a-f4f7-4524-af72-1d429836a479&quot;:{&quot;id&quot;:&quot;b9ce042a-f4f7-4524-af72-1d429836a479&quot;,&quot;name&quot;:&quot;CRISPR (symbol)&quot;,&quot;displayName&quot;:&quot;&quot;,&quot;type&quot;:&quot;FIGURE_OBJECT&quot;,&quot;relativeTransform&quot;:{&quot;translate&quot;:{&quot;x&quot;:-107.04398602636631,&quot;y&quot;:-447.97173936957074},&quot;rotate&quot;:0,&quot;skewX&quot;:0,&quot;scale&quot;:{&quot;x&quot;:0.49730084713294337,&quot;y&quot;:0.49730084713294337}},&quot;image&quot;:{&quot;url&quot;:&quot;https://icons.cdn.biorender.com/biorender/62d1aba719645e0028e73789/62d1ab4019645e0028e73770.png&quot;,&quot;isPremium&quot;:false,&quot;isOrgIcon&quot;:false,&quot;size&quot;:{&quot;x&quot;:150,&quot;y&quot;:119.76047904191616},&quot;fallbackUrl&quot;:&quot;sources/icons/62d1aba719645e0028e73789/62d1ab4019645e0028e73770.svg&quot;},&quot;source&quot;:{&quot;id&quot;:&quot;62d1ab4019645e0028e73770&quot;,&quot;version&quot;:&quot;20220715180136&quot;,&quot;type&quot;:&quot;ASSETS&quot;},&quot;isPremium&quot;:false,&quot;parent&quot;:{&quot;type&quot;:&quot;CHILD&quot;,&quot;parentId&quot;:&quot;400faf14-4792-494f-a4cf-e1154bba71af&quot;,&quot;order&quot;:&quot;02&quot;}},&quot;95de5d38-c357-44dd-8034-ec2d79399c67&quot;:{&quot;id&quot;:&quot;95de5d38-c357-44dd-8034-ec2d79399c67&quot;,&quot;name&quot;:&quot;Pill&quot;,&quot;displayName&quot;:&quot;&quot;,&quot;type&quot;:&quot;FIGURE_OBJECT&quot;,&quot;relativeTransform&quot;:{&quot;translate&quot;:{&quot;x&quot;:-104.8111767296367,&quot;y&quot;:-385.1493942871771},&quot;rotate&quot;:-0.5096238607253775,&quot;skewX&quot;:4.9880330489228384e-17,&quot;scale&quot;:{&quot;x&quot;:0.7459512706994151,&quot;y&quot;:0.7459512706994154}},&quot;image&quot;:{&quot;url&quot;:&quot;https://icons.cdn.biorender.com/biorender/5b9ffc15ea6f7814001db3d9/5a4d1669a3625100144d1491.png&quot;,&quot;isPremium&quot;:false,&quot;isOrgIcon&quot;:false,&quot;size&quot;:{&quot;x&quot;:100,&quot;y&quot;:38.32116788321168},&quot;fallbackUrl&quot;:&quot;sources/icons/5b9ffc15ea6f7814001db3d9/5a4d1669a3625100144d1491.svg&quot;},&quot;source&quot;:{&quot;id&quot;:&quot;5a4d1669a3625100144d1491&quot;,&quot;version&quot;:&quot;20180917191007&quot;,&quot;type&quot;:&quot;ASSETS&quot;},&quot;isPremium&quot;:false,&quot;parent&quot;:{&quot;type&quot;:&quot;CHILD&quot;,&quot;parentId&quot;:&quot;400faf14-4792-494f-a4cf-e1154bba71af&quot;,&quot;order&quot;:&quot;03&quot;}},&quot;aec225fe-dcba-41a5-a788-d5a44ee34b48&quot;:{&quot;relativeTransform&quot;:{&quot;translate&quot;:{&quot;x&quot;:-44.94741196449377,&quot;y&quot;:42.86250408337466},&quot;rotate&quot;:0,&quot;skewX&quot;:0,&quot;scale&quot;:{&quot;x&quot;:1,&quot;y&quot;:1}},&quot;type&quot;:&quot;FIGURE_OBJECT&quot;,&quot;id&quot;:&quot;aec225fe-dcba-41a5-a788-d5a44ee34b48&quot;,&quot;parent&quot;:{&quot;type&quot;:&quot;CHILD&quot;,&quot;parentId&quot;:&quot;400faf14-4792-494f-a4cf-e1154bba71af&quot;,&quot;order&quot;:&quot;05&quot;},&quot;name&quot;:&quot;Cytokines (3)&quot;,&quot;displayName&quot;:&quot;Cytokines (3)&quot;,&quot;source&quot;:{&quot;id&quot;:&quot;60dcd0e496d43700a9d0376f&quot;,&quot;type&quot;:&quot;ASSETS&quot;},&quot;isPremium&quot;:true},&quot;8efa9f89-c8ee-4dfd-845e-d800ef2aeda3&quot;:{&quot;type&quot;:&quot;FIGURE_OBJECT&quot;,&quot;id&quot;:&quot;8efa9f89-c8ee-4dfd-845e-d800ef2aeda3&quot;,&quot;name&quot;:&quot;Sphere&quot;,&quot;relativeTransform&quot;:{&quot;translate&quot;:{&quot;x&quot;:-40.13958555178098,&quot;y&quot;:-373.74547286079985},&quot;rotate&quot;:0.2548662431678561,&quot;skewX&quot;:-1.2339489001035715e-16,&quot;scale&quot;:{&quot;x&quot;:0.16768010534212016,&quot;y&quot;:0.1676801053421201}},&quot;opacity&quot;:0.71,&quot;image&quot;:{&quot;url&quot;:&quot;https://icons.cdn.biorender.com/biorender/5f4529c2929bce0028c9f877/5b8847989629ce1400901caa.png&quot;,&quot;fallbackUrl&quot;:&quot;sources/icons/5f4529c2929bce0028c9f877/5b8847989629ce1400901caa.sv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aec225fe-dcba-41a5-a788-d5a44ee34b48&quot;,&quot;order&quot;:&quot;2&quot;}},&quot;221f78c0-90f8-448a-92ed-8fcdc4799d84&quot;:{&quot;type&quot;:&quot;FIGURE_OBJECT&quot;,&quot;id&quot;:&quot;221f78c0-90f8-448a-92ed-8fcdc4799d84&quot;,&quot;name&quot;:&quot;Sphere&quot;,&quot;relativeTransform&quot;:{&quot;translate&quot;:{&quot;x&quot;:-82.12080658979816,&quot;y&quot;:-371.81232271424795},&quot;rotate&quot;:0.5322646514525124,&quot;skewX&quot;:6.130419684895495e-17,&quot;scale&quot;:{&quot;x&quot;:0.16821705458268016,&quot;y&quot;:0.16821705458268016}},&quot;opacity&quot;:1,&quot;image&quot;:{&quot;url&quot;:&quot;https://icons.cdn.biorender.com/biorender/5f4529c2929bce0028c9f877/5b8847989629ce1400901caa.png&quot;,&quot;fallbackUrl&quot;:&quot;sources/icons/5f4529c2929bce0028c9f877/5b8847989629ce1400901caa.sv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aec225fe-dcba-41a5-a788-d5a44ee34b48&quot;,&quot;order&quot;:&quot;5&quot;}},&quot;d3a30211-8bd2-4587-8d66-01bc59337244&quot;:{&quot;type&quot;:&quot;FIGURE_OBJECT&quot;,&quot;id&quot;:&quot;d3a30211-8bd2-4587-8d66-01bc59337244&quot;,&quot;name&quot;:&quot;Sphere&quot;,&quot;relativeTransform&quot;:{&quot;translate&quot;:{&quot;x&quot;:-61.48941017239139,&quot;y&quot;:-341.9215536045021},&quot;rotate&quot;:0,&quot;skewX&quot;:0,&quot;scale&quot;:{&quot;x&quot;:0.1682170545826801,&quot;y&quot;:0.16821705458268005}},&quot;opacity&quot;:1,&quot;image&quot;:{&quot;url&quot;:&quot;https://icons.cdn.biorender.com/biorender/5f4529c2929bce0028c9f877/5b8847989629ce1400901caa.png&quot;,&quot;fallbackUrl&quot;:&quot;sources/icons/5f4529c2929bce0028c9f877/5b8847989629ce1400901caa.sv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aec225fe-dcba-41a5-a788-d5a44ee34b48&quot;,&quot;order&quot;:&quot;7&quot;}},&quot;12929d30-aa76-4028-8ece-667fea06568a&quot;:{&quot;id&quot;:&quot;12929d30-aa76-4028-8ece-667fea06568a&quot;,&quot;name&quot;:&quot;CRISPR (symbol)&quot;,&quot;displayName&quot;:&quot;&quot;,&quot;type&quot;:&quot;FIGURE_OBJECT&quot;,&quot;relativeTransform&quot;:{&quot;translate&quot;:{&quot;x&quot;:-2.2046927342978244,&quot;y&quot;:-409.2123976538503},&quot;rotate&quot;:0,&quot;skewX&quot;:0,&quot;scale&quot;:{&quot;x&quot;:0.49730084713294337,&quot;y&quot;:0.49730084713294337}},&quot;image&quot;:{&quot;url&quot;:&quot;https://icons.cdn.biorender.com/biorender/62d1aba719645e0028e73789/62d1ab4019645e0028e73770.png&quot;,&quot;isPremium&quot;:false,&quot;isOrgIcon&quot;:false,&quot;size&quot;:{&quot;x&quot;:150,&quot;y&quot;:119.76047904191616},&quot;fallbackUrl&quot;:&quot;sources/icons/62d1aba719645e0028e73789/62d1ab4019645e0028e73770.svg&quot;},&quot;source&quot;:{&quot;id&quot;:&quot;62d1ab4019645e0028e73770&quot;,&quot;version&quot;:&quot;20220715180136&quot;,&quot;type&quot;:&quot;ASSETS&quot;},&quot;isPremium&quot;:false,&quot;parent&quot;:{&quot;type&quot;:&quot;CHILD&quot;,&quot;parentId&quot;:&quot;400faf14-4792-494f-a4cf-e1154bba71af&quot;,&quot;order&quot;:&quot;055&quot;}},&quot;d8160c38-cd70-4386-988b-87790f1ac5de&quot;:{&quot;id&quot;:&quot;d8160c38-cd70-4386-988b-87790f1ac5de&quot;,&quot;name&quot;:&quot;Scissors (with break)&quot;,&quot;displayName&quot;:&quot;&quot;,&quot;type&quot;:&quot;FIGURE_OBJECT&quot;,&quot;relativeTransform&quot;:{&quot;translate&quot;:{&quot;x&quot;:15.644447504313847,&quot;y&quot;:-445.5467935027865},&quot;rotate&quot;:-1.5707963267948968,&quot;skewX&quot;:2.1849007326636197e-31,&quot;scale&quot;:{&quot;x&quot;:0.17813761688344248,&quot;y&quot;:0.1781376168834424}},&quot;image&quot;:{&quot;url&quot;:&quot;https://icons.cdn.biorender.com/biorender/5be1b8a826f7901200cb51dd/5be1b85e26f7901200cb51da.png&quot;,&quot;isPremium&quot;:true,&quot;isOrgIcon&quot;:false,&quot;size&quot;:{&quot;x&quot;:150,&quot;y&quot;:106.8},&quot;fallbackUrl&quot;:&quot;sources/icons/5be1b8a826f7901200cb51dd/5be1b85e26f7901200cb51da.svg&quot;},&quot;source&quot;:{&quot;id&quot;:&quot;5be1b85e26f7901200cb51da&quot;,&quot;version&quot;:&quot;20181106155201&quot;,&quot;type&quot;:&quot;ASSETS&quot;},&quot;isPremium&quot;:true,&quot;parent&quot;:{&quot;type&quot;:&quot;CHILD&quot;,&quot;parentId&quot;:&quot;400faf14-4792-494f-a4cf-e1154bba71af&quot;,&quot;order&quot;:&quot;06&quot;}},&quot;8a38eef0-18c7-4954-928a-0b6ba3507afa&quot;:{&quot;id&quot;:&quot;8a38eef0-18c7-4954-928a-0b6ba3507afa&quot;,&quot;name&quot;:&quot;CRISPR (symbol)&quot;,&quot;displayName&quot;:&quot;&quot;,&quot;type&quot;:&quot;FIGURE_OBJECT&quot;,&quot;relativeTransform&quot;:{&quot;translate&quot;:{&quot;x&quot;:-2.204571096963337,&quot;y&quot;:-299.88209226386186},&quot;rotate&quot;:0,&quot;skewX&quot;:0,&quot;scale&quot;:{&quot;x&quot;:0.4973008471329435,&quot;y&quot;:0.4973008471329436}},&quot;image&quot;:{&quot;url&quot;:&quot;https://icons.cdn.biorender.com/biorender/62d1aba719645e0028e73789/62d1ab4019645e0028e73770.png&quot;,&quot;isPremium&quot;:false,&quot;isOrgIcon&quot;:false,&quot;size&quot;:{&quot;x&quot;:150,&quot;y&quot;:119.76047904191616},&quot;fallbackUrl&quot;:&quot;sources/icons/62d1aba719645e0028e73789/62d1ab4019645e0028e73770.svg&quot;},&quot;source&quot;:{&quot;id&quot;:&quot;62d1ab4019645e0028e73770&quot;,&quot;version&quot;:&quot;20220715180136&quot;,&quot;type&quot;:&quot;ASSETS&quot;},&quot;isPremium&quot;:false,&quot;parent&quot;:{&quot;type&quot;:&quot;CHILD&quot;,&quot;parentId&quot;:&quot;400faf14-4792-494f-a4cf-e1154bba71af&quot;,&quot;order&quot;:&quot;07&quot;}},&quot;d94ba2b6-33ec-4921-b95b-c4132eac8155&quot;:{&quot;id&quot;:&quot;d94ba2b6-33ec-4921-b95b-c4132eac8155&quot;,&quot;name&quot;:&quot;Pill&quot;,&quot;displayName&quot;:&quot;&quot;,&quot;type&quot;:&quot;FIGURE_OBJECT&quot;,&quot;relativeTransform&quot;:{&quot;translate&quot;:{&quot;x&quot;:17.98248786786519,&quot;y&quot;:-332.5810532456727},&quot;rotate&quot;:-0.5096239242775804,&quot;skewX&quot;:7.987377059434465e-16,&quot;scale&quot;:{&quot;x&quot;:0.3228744306012394,&quot;y&quot;:0.32287443060123944}},&quot;image&quot;:{&quot;url&quot;:&quot;https://icons.cdn.biorender.com/biorender/5b9ffc15ea6f7814001db3d9/5a4d1669a3625100144d1491.png&quot;,&quot;isPremium&quot;:false,&quot;isOrgIcon&quot;:false,&quot;size&quot;:{&quot;x&quot;:100,&quot;y&quot;:38.32116788321168},&quot;fallbackUrl&quot;:&quot;sources/icons/5b9ffc15ea6f7814001db3d9/5a4d1669a3625100144d1491.svg&quot;},&quot;source&quot;:{&quot;id&quot;:&quot;5a4d1669a3625100144d1491&quot;,&quot;version&quot;:&quot;20180917191007&quot;,&quot;type&quot;:&quot;ASSETS&quot;},&quot;isPremium&quot;:false,&quot;parent&quot;:{&quot;type&quot;:&quot;CHILD&quot;,&quot;parentId&quot;:&quot;400faf14-4792-494f-a4cf-e1154bba71af&quot;,&quot;order&quot;:&quot;08&quot;}},&quot;6054cf40-caf9-40a7-8d18-bd54524919d8&quot;:{&quot;type&quot;:&quot;FIGURE_OBJECT&quot;,&quot;id&quot;:&quot;6054cf40-caf9-40a7-8d18-bd54524919d8&quot;,&quot;relativeTransform&quot;:{&quot;translate&quot;:{&quot;x&quot;:175.14756367501582,&quot;y&quot;:-382.0337403431025},&quot;rotate&quot;:0,&quot;skewX&quot;:0,&quot;scale&quot;:{&quot;x&quot;:1,&quot;y&quot;:1}},&quot;opacity&quot;:1,&quot;path&quot;:{&quot;type&quot;:&quot;RECT&quot;,&quot;size&quot;:{&quot;x&quot;:118.48921782163487,&quot;y&quot;:100.91430421643554},&quot;cornerRounding&quot;:{&quot;type&quot;:&quot;ARC_LENGTH&quot;,&quot;global&quot;:0}},&quot;pathStyles&quot;:[{&quot;type&quot;:&quot;FILL&quot;,&quot;fillStyle&quot;:&quot;rgb(245, 245, 245)&quot;},{&quot;type&quot;:&quot;STROKE&quot;,&quot;strokeStyle&quot;:&quot;rgba(23,23,23,1)&quot;,&quot;lineWidth&quot;:1,&quot;lineJoin&quot;:&quot;round&quot;}],&quot;isLocked&quot;:false,&quot;parent&quot;:{&quot;type&quot;:&quot;CHILD&quot;,&quot;parentId&quot;:&quot;400faf14-4792-494f-a4cf-e1154bba71af&quot;,&quot;order&quot;:&quot;1&quot;},&quot;layout&quot;:{&quot;sizeRatio&quot;:{&quot;x&quot;:0.88,&quot;y&quot;:0.88},&quot;keepAspectRatio&quot;:false}},&quot;85ad6b76-7455-4c31-a084-9a83e30ef788&quot;:{&quot;id&quot;:&quot;85ad6b76-7455-4c31-a084-9a83e30ef788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1.059293695388552,&quot;color&quot;:&quot;black&quot;,&quot;fontWeight&quot;:&quot;normal&quot;,&quot;fontStyle&quot;:&quot;normal&quot;,&quot;decoration&quot;:&quot;none&quot;,&quot;script&quot;:&quot;none&quot;}}]},&quot;format&quot;:&quot;BETTER_TEXT&quot;,&quot;size&quot;:{&quot;x&quot;:104.27051168303868,&quot;y&quot;:12.246961160736664},&quot;targetSize&quot;:{&quot;x&quot;:104.27051168303868,&quot;y&quot;:2}},&quot;parent&quot;:{&quot;type&quot;:&quot;CHILD&quot;,&quot;parentId&quot;:&quot;6054cf40-caf9-40a7-8d18-bd54524919d8&quot;,&quot;order&quot;:&quot;5&quot;}},&quot;8d1c0136-3341-4fa1-aae4-d7a4ecc3022f&quot;:{&quot;type&quot;:&quot;FIGURE_OBJECT&quot;,&quot;id&quot;:&quot;8d1c0136-3341-4fa1-aae4-d7a4ecc3022f&quot;,&quot;relativeTransform&quot;:{&quot;translate&quot;:{&quot;x&quot;:-4.3222050110461545,&quot;y&quot;:-241.88017868411586},&quot;rotate&quot;:0,&quot;skewX&quot;:0,&quot;scale&quot;:{&quot;x&quot;:1,&quot;y&quot;:1}},&quot;opacity&quot;:1,&quot;path&quot;:{&quot;type&quot;:&quot;POLY_LINE&quot;,&quot;points&quot;:[{&quot;x&quot;:76.21342676514814,&quot;y&quot;:-147.39375880269273},{&quot;x&quot;:118.82035677629129,&quot;y&quot;:-147.39375880269273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400faf14-4792-494f-a4cf-e1154bba71af&quot;,&quot;order&quot;:&quot;105&quot;},&quot;connectorInfo&quot;:{&quot;type&quot;:&quot;LINE&quot;,&quot;offset&quot;:{&quot;x&quot;:0,&quot;y&quot;:0},&quot;bending&quot;:0.1,&quot;customized&quot;:false},&quot;pathMarkers&quot;:{&quot;markerEnd&quot;:{&quot;type&quot;:&quot;PATH&quot;,&quot;units&quot;:{&quot;type&quot;:&quot;STROKE_WIDTH&quot;,&quot;scale&quot;:0.8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},&quot;d82d4c04-037d-448c-94bd-1a0222afa2b2&quot;:{&quot;type&quot;:&quot;FIGURE_OBJECT&quot;,&quot;id&quot;:&quot;d82d4c04-037d-448c-94bd-1a0222afa2b2&quot;,&quot;relativeTransform&quot;:{&quot;translate&quot;:{&quot;x&quot;:-0.28898172898935925,&quot;y&quot;:-241.88017868411586},&quot;rotate&quot;:0,&quot;skewX&quot;:0,&quot;scale&quot;:{&quot;x&quot;:1,&quot;y&quot;:1}},&quot;opacity&quot;:1,&quot;path&quot;:{&quot;type&quot;:&quot;POLY_LINE&quot;,&quot;points&quot;:[{&quot;x&quot;:237.16562825673685,&quot;y&quot;:-147.39375880269273},{&quot;x&quot;:276.9538391875571,&quot;y&quot;:-147.39375880269273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0.8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00faf14-4792-494f-a4cf-e1154bba71af&quot;,&quot;order&quot;:&quot;11&quot;},&quot;connectorInfo&quot;:{&quot;type&quot;:&quot;LINE&quot;,&quot;offset&quot;:{&quot;x&quot;:0,&quot;y&quot;:0},&quot;bending&quot;:0.1,&quot;customized&quot;:false}},&quot;1cb8d4f8-55a5-4dfd-b875-cc9f39b36658&quot;:{&quot;type&quot;:&quot;FIGURE_OBJECT&quot;,&quot;id&quot;:&quot;1cb8d4f8-55a5-4dfd-b875-cc9f39b36658&quot;,&quot;name&quot;:&quot;Computer screen&quot;,&quot;relativeTransform&quot;:{&quot;translate&quot;:{&quot;x&quot;:175.06117826369012,&quot;y&quot;:-379.74164362139766},&quot;rotate&quot;:0,&quot;skewX&quot;:0,&quot;scale&quot;:{&quot;x&quot;:0.3340080316564545,&quot;y&quot;:0.3340080316564545}},&quot;opacity&quot;:1,&quot;image&quot;:{&quot;url&quot;:&quot;https://icons.cdn.biorender.com/biorender/5f11a6691354a600277fd5b1/5b3ccd292b2a330014798001.png&quot;,&quot;size&quot;:{&quot;x&quot;:320,&quot;y&quot;:260},&quot;isPremium&quot;:false,&quot;fallbackUrl&quot;:&quot;sources/icons/5f11a6691354a600277fd5b1/5b3ccd292b2a330014798001.svg&quot;},&quot;source&quot;:{&quot;id&quot;:&quot;5b3ccd292b2a330014798001&quot;,&quot;type&quot;:&quot;ASSETS&quot;},&quot;pathStyles&quot;:[{&quot;type&quot;:&quot;FILL&quot;,&quot;fillStyle&quot;:&quot;rgb(0,0,0)&quot;}],&quot;isLocked&quot;:false,&quot;parent&quot;:{&quot;type&quot;:&quot;CHILD&quot;,&quot;parentId&quot;:&quot;400faf14-4792-494f-a4cf-e1154bba71af&quot;,&quot;order&quot;:&quot;12&quot;}},&quot;cb78cf90-2324-455d-8195-4e243c917fc5&quot;:{&quot;relativeTransform&quot;:{&quot;translate&quot;:{&quot;x&quot;:802.3659409351052,&quot;y&quot;:-515.6507538791026},&quot;rotate&quot;:0,&quot;skewX&quot;:0,&quot;scale&quot;:{&quot;x&quot;:1,&quot;y&quot;:1}},&quot;type&quot;:&quot;FIGURE_OBJECT&quot;,&quot;id&quot;:&quot;cb78cf90-2324-455d-8195-4e243c917fc5&quot;,&quot;parent&quot;:{&quot;type&quot;:&quot;CHILD&quot;,&quot;parentId&quot;:&quot;400faf14-4792-494f-a4cf-e1154bba71af&quot;,&quot;order&quot;:&quot;15&quot;},&quot;name&quot;:&quot;Tumor (cellular, editable)&quot;,&quot;displayName&quot;:&quot;Tumor (cellular, editable)&quot;,&quot;source&quot;:{&quot;id&quot;:&quot;6165db440d450800a7d6ee5c&quot;,&quot;type&quot;:&quot;ASSETS&quot;},&quot;isPremium&quot;:true},&quot;7d64e7fe-aa40-43b6-a114-6b25f0494aa3&quot;:{&quot;id&quot;:&quot;7d64e7fe-aa40-43b6-a114-6b25f0494aa3&quot;,&quot;name&quot;:&quot;Cancer cell&quot;,&quot;type&quot;:&quot;FIGURE_OBJECT&quot;,&quot;relativeTransform&quot;:{&quot;translate&quot;:{&quot;x&quot;:-454.2191089836253,&quot;y&quot;:143.8774897914888},&quot;rotate&quot;:0,&quot;skewX&quot;:0,&quot;scale&quot;:{&quot;x&quot;:0.5039178038105219,&quot;y&quot;:0.5039178038105219}},&quot;image&quot;:{&quot;url&quot;:&quot;https://icons.cdn.biorender.com/biorender/61770047aa87c30029843f42/6153716fe75ac20029699eee.png&quot;,&quot;fallbackUrl&quot;:&quot;sources/icons/61770047aa87c30029843f42/6153716fe75ac20029699eee.svg&quot;,&quot;isPremium&quot;:false,&quot;isPacked&quot;:true,&quot;size&quot;:{&quot;x&quot;:100,&quot;y&quot;:100.95238095238095}},&quot;source&quot;:{&quot;id&quot;:&quot;6153716fe75ac20029699eee&quot;,&quot;type&quot;:&quot;ASSETS&quot;},&quot;parent&quot;:{&quot;type&quot;:&quot;CHILD&quot;,&quot;parentId&quot;:&quot;cb78cf90-2324-455d-8195-4e243c917fc5&quot;,&quot;order&quot;:&quot;7&quot;}},&quot;d8ca75bb-fd20-4934-ad4a-b4aeff167dd9&quot;:{&quot;id&quot;:&quot;d8ca75bb-fd20-4934-ad4a-b4aeff167dd9&quot;,&quot;name&quot;:&quot;Cancer cell&quot;,&quot;type&quot;:&quot;FIGURE_OBJECT&quot;,&quot;relativeTransform&quot;:{&quot;translate&quot;:{&quot;x&quot;:-436.3907633467211,&quot;y&quot;:99.06670103422043},&quot;rotate&quot;:-0.8493334554369057,&quot;skewX&quot;:1.3987753816160965e-16,&quot;scale&quot;:{&quot;x&quot;:0.4454522215385988,&quot;y&quot;:0.44545222153859915}},&quot;image&quot;:{&quot;url&quot;:&quot;https://icons.cdn.biorender.com/biorender/61770047aa87c30029843f42/6153716fe75ac20029699eee.png&quot;,&quot;fallbackUrl&quot;:&quot;sources/icons/61770047aa87c30029843f42/6153716fe75ac20029699eee.svg&quot;,&quot;isPremium&quot;:false,&quot;isPacked&quot;:true,&quot;size&quot;:{&quot;x&quot;:100,&quot;y&quot;:100.95238095238095}},&quot;source&quot;:{&quot;id&quot;:&quot;6153716fe75ac20029699eee&quot;,&quot;type&quot;:&quot;ASSETS&quot;},&quot;parent&quot;:{&quot;type&quot;:&quot;CHILD&quot;,&quot;parentId&quot;:&quot;cb78cf90-2324-455d-8195-4e243c917fc5&quot;,&quot;order&quot;:&quot;75&quot;}},&quot;b9d89655-b025-4e73-afcd-302941703d02&quot;:{&quot;id&quot;:&quot;b9d89655-b025-4e73-afcd-302941703d02&quot;,&quot;name&quot;:&quot;Cancer cell&quot;,&quot;type&quot;:&quot;FIGURE_OBJECT&quot;,&quot;relativeTransform&quot;:{&quot;translate&quot;:{&quot;x&quot;:-491.3190932074664,&quot;y&quot;:125.38509267470897},&quot;rotate&quot;:0.6009967069117247,&quot;skewX&quot;:2.7975507632321914e-16,&quot;scale&quot;:{&quot;x&quot;:0.4454522215385989,&quot;y&quot;:0.445452221538599}},&quot;image&quot;:{&quot;url&quot;:&quot;https://icons.cdn.biorender.com/biorender/61770047aa87c30029843f42/6153716fe75ac20029699eee.png&quot;,&quot;fallbackUrl&quot;:&quot;sources/icons/61770047aa87c30029843f42/6153716fe75ac20029699eee.svg&quot;,&quot;isPremium&quot;:false,&quot;isPacked&quot;:true,&quot;size&quot;:{&quot;x&quot;:100,&quot;y&quot;:100.95238095238095}},&quot;source&quot;:{&quot;id&quot;:&quot;6153716fe75ac20029699eee&quot;,&quot;type&quot;:&quot;ASSETS&quot;},&quot;parent&quot;:{&quot;type&quot;:&quot;CHILD&quot;,&quot;parentId&quot;:&quot;cb78cf90-2324-455d-8195-4e243c917fc5&quot;,&quot;order&quot;:&quot;8&quot;}},&quot;10332379-c2cc-4edd-b324-3051044d0c51&quot;:{&quot;id&quot;:&quot;10332379-c2cc-4edd-b324-3051044d0c51&quot;,&quot;name&quot;:&quot;Cancer cell&quot;,&quot;type&quot;:&quot;FIGURE_OBJECT&quot;,&quot;relativeTransform&quot;:{&quot;translate&quot;:{&quot;x&quot;:-469.12579500410936,&quot;y&quot;:102.82165139430141},&quot;rotate&quot;:-0.529295204483221,&quot;skewX&quot;:0,&quot;scale&quot;:{&quot;x&quot;:0.38384534704497025,&quot;y&quot;:0.38384534704497025}},&quot;image&quot;:{&quot;url&quot;:&quot;https://icons.cdn.biorender.com/biorender/61770047aa87c30029843f42/6153716fe75ac20029699eee.png&quot;,&quot;fallbackUrl&quot;:&quot;sources/icons/61770047aa87c30029843f42/6153716fe75ac20029699eee.svg&quot;,&quot;isPremium&quot;:false,&quot;isPacked&quot;:true,&quot;size&quot;:{&quot;x&quot;:100,&quot;y&quot;:100.95238095238095}},&quot;source&quot;:{&quot;id&quot;:&quot;6153716fe75ac20029699eee&quot;,&quot;type&quot;:&quot;ASSETS&quot;},&quot;parent&quot;:{&quot;type&quot;:&quot;CHILD&quot;,&quot;parentId&quot;:&quot;cb78cf90-2324-455d-8195-4e243c917fc5&quot;,&quot;order&quot;:&quot;5&quot;}},&quot;b3015a20-a653-48e9-a187-863b7740545b&quot;:{&quot;id&quot;:&quot;b3015a20-a653-48e9-a187-863b7740545b&quot;,&quot;name&quot;:&quot;Cancer cell&quot;,&quot;type&quot;:&quot;FIGURE_OBJECT&quot;,&quot;relativeTransform&quot;:{&quot;translate&quot;:{&quot;x&quot;:-489.4027553608337,&quot;y&quot;:150.5407139165981},&quot;rotate&quot;:0.5292952044832209,&quot;skewX&quot;:0,&quot;scale&quot;:{&quot;x&quot;:-0.38384534704497025,&quot;y&quot;:0.38384534704497025}},&quot;image&quot;:{&quot;url&quot;:&quot;https://icons.cdn.biorender.com/biorender/61770047aa87c30029843f42/6153716fe75ac20029699eee.png&quot;,&quot;fallbackUrl&quot;:&quot;sources/icons/61770047aa87c30029843f42/6153716fe75ac20029699eee.svg&quot;,&quot;isPremium&quot;:false,&quot;isPacked&quot;:true,&quot;size&quot;:{&quot;x&quot;:100,&quot;y&quot;:100.95238095238095}},&quot;source&quot;:{&quot;id&quot;:&quot;6153716fe75ac20029699eee&quot;,&quot;type&quot;:&quot;ASSETS&quot;},&quot;parent&quot;:{&quot;type&quot;:&quot;CHILD&quot;,&quot;parentId&quot;:&quot;cb78cf90-2324-455d-8195-4e243c917fc5&quot;,&quot;order&quot;:&quot;55&quot;}},&quot;9e4f5f94-95a0-4123-b5ce-5aa9dc961d91&quot;:{&quot;id&quot;:&quot;9e4f5f94-95a0-4123-b5ce-5aa9dc961d91&quot;,&quot;name&quot;:&quot;Cancer cell&quot;,&quot;type&quot;:&quot;FIGURE_OBJECT&quot;,&quot;relativeTransform&quot;:{&quot;translate&quot;:{&quot;x&quot;:-431.30677200792195,&quot;y&quot;:164.45208804572667},&quot;rotate&quot;:0.3583444646624428,&quot;skewX&quot;:-1.8838125138904261e-16,&quot;scale&quot;:{&quot;x&quot;:0.38384534704497036,&quot;y&quot;:0.3838453470449706}},&quot;image&quot;:{&quot;url&quot;:&quot;https://icons.cdn.biorender.com/biorender/61770047aa87c30029843f42/6153716fe75ac20029699eee.png&quot;,&quot;fallbackUrl&quot;:&quot;sources/icons/61770047aa87c30029843f42/6153716fe75ac20029699eee.svg&quot;,&quot;isPremium&quot;:false,&quot;isPacked&quot;:true,&quot;size&quot;:{&quot;x&quot;:100,&quot;y&quot;:100.95238095238095}},&quot;source&quot;:{&quot;id&quot;:&quot;6153716fe75ac20029699eee&quot;,&quot;type&quot;:&quot;ASSETS&quot;},&quot;parent&quot;:{&quot;type&quot;:&quot;CHILD&quot;,&quot;parentId&quot;:&quot;cb78cf90-2324-455d-8195-4e243c917fc5&quot;,&quot;order&quot;:&quot;2&quot;}},&quot;d210379a-2bef-441c-ad80-198088f5aaeb&quot;:{&quot;id&quot;:&quot;d210379a-2bef-441c-ad80-198088f5aaeb&quot;,&quot;name&quot;:&quot;Cancer cell&quot;,&quot;type&quot;:&quot;FIGURE_OBJECT&quot;,&quot;relativeTransform&quot;:{&quot;translate&quot;:{&quot;x&quot;:-420.71586117278855,&quot;y&quot;:121.02422756728605},&quot;rotate&quot;:0.5292952044832209,&quot;skewX&quot;:0,&quot;scale&quot;:{&quot;x&quot;:-0.38384534704497025,&quot;y&quot;:0.38384534704497025}},&quot;image&quot;:{&quot;url&quot;:&quot;https://icons.cdn.biorender.com/biorender/61770047aa87c30029843f42/6153716fe75ac20029699eee.png&quot;,&quot;fallbackUrl&quot;:&quot;sources/icons/61770047aa87c30029843f42/6153716fe75ac20029699eee.svg&quot;,&quot;isPremium&quot;:false,&quot;isPacked&quot;:true,&quot;size&quot;:{&quot;x&quot;:100,&quot;y&quot;:100.95238095238095}},&quot;source&quot;:{&quot;id&quot;:&quot;6153716fe75ac20029699eee&quot;,&quot;type&quot;:&quot;ASSETS&quot;},&quot;parent&quot;:{&quot;type&quot;:&quot;CHILD&quot;,&quot;parentId&quot;:&quot;cb78cf90-2324-455d-8195-4e243c917fc5&quot;,&quot;order&quot;:&quot;25&quot;}},&quot;649af4c9-692e-4c94-bdf7-3c3371d65145&quot;:{&quot;id&quot;:&quot;649af4c9-692e-4c94-bdf7-3c3371d65145&quot;,&quot;name&quot;:&quot;Cancer cell&quot;,&quot;type&quot;:&quot;FIGURE_OBJECT&quot;,&quot;relativeTransform&quot;:{&quot;translate&quot;:{&quot;x&quot;:-416.86311241134354,&quot;y&quot;:146.71978563423983},&quot;rotate&quot;:0.35834446466244274,&quot;skewX&quot;:5.708924906082725e-17,&quot;scale&quot;:{&quot;x&quot;:0.34863257078049387,&quot;y&quot;:0.3486325707804938}},&quot;image&quot;:{&quot;url&quot;:&quot;https://icons.cdn.biorender.com/biorender/61770047aa87c30029843f42/6153716fe75ac20029699eee.png&quot;,&quot;fallbackUrl&quot;:&quot;sources/icons/61770047aa87c30029843f42/6153716fe75ac20029699eee.svg&quot;,&quot;isPremium&quot;:false,&quot;isPacked&quot;:true,&quot;size&quot;:{&quot;x&quot;:100,&quot;y&quot;:100.95238095238095}},&quot;source&quot;:{&quot;id&quot;:&quot;6153716fe75ac20029699eee&quot;,&quot;type&quot;:&quot;ASSETS&quot;},&quot;parent&quot;:{&quot;type&quot;:&quot;CHILD&quot;,&quot;parentId&quot;:&quot;cb78cf90-2324-455d-8195-4e243c917fc5&quot;,&quot;order&quot;:&quot;1&quot;}},&quot;4a02aebe-0825-486e-92f8-4bf79ab95802&quot;:{&quot;id&quot;:&quot;4a02aebe-0825-486e-92f8-4bf79ab95802&quot;,&quot;name&quot;:&quot;Cancer cell&quot;,&quot;type&quot;:&quot;FIGURE_OBJECT&quot;,&quot;relativeTransform&quot;:{&quot;translate&quot;:{&quot;x&quot;:-461.9693294164932,&quot;y&quot;:169.9521889009242},&quot;rotate&quot;:-4.440892098500626e-16,&quot;skewX&quot;:0,&quot;scale&quot;:{&quot;x&quot;:0.38384534704497014,&quot;y&quot;:0.3838453470449702}},&quot;image&quot;:{&quot;url&quot;:&quot;https://icons.cdn.biorender.com/biorender/61770047aa87c30029843f42/6153716fe75ac20029699eee.png&quot;,&quot;fallbackUrl&quot;:&quot;sources/icons/61770047aa87c30029843f42/6153716fe75ac20029699eee.svg&quot;,&quot;isPremium&quot;:false,&quot;isPacked&quot;:true,&quot;size&quot;:{&quot;x&quot;:100,&quot;y&quot;:100.95238095238095}},&quot;source&quot;:{&quot;id&quot;:&quot;6153716fe75ac20029699eee&quot;,&quot;type&quot;:&quot;ASSETS&quot;},&quot;parent&quot;:{&quot;type&quot;:&quot;CHILD&quot;,&quot;parentId&quot;:&quot;cb78cf90-2324-455d-8195-4e243c917fc5&quot;,&quot;order&quot;:&quot;15&quot;}},&quot;c2bef59b-e5e7-450e-bf08-6dbf95e76ff0&quot;:{&quot;id&quot;:&quot;c2bef59b-e5e7-450e-bf08-6dbf95e76ff0&quot;,&quot;name&quot;:&quot;Cancer cell&quot;,&quot;type&quot;:&quot;FIGURE_OBJECT&quot;,&quot;relativeTransform&quot;:{&quot;translate&quot;:{&quot;x&quot;:-458.7867714557963,&quot;y&quot;:125.3854399846189},&quot;rotate&quot;:0.3583444646624424,&quot;skewX&quot;:8.128319007536734e-17,&quot;scale&quot;:{&quot;x&quot;:0.4131994659341186,&quot;y&quot;:0.4131994659341186}},&quot;image&quot;:{&quot;url&quot;:&quot;https://icons.cdn.biorender.com/biorender/61770047aa87c30029843f42/6153716fe75ac20029699eee.png&quot;,&quot;fallbackUrl&quot;:&quot;sources/icons/61770047aa87c30029843f42/6153716fe75ac20029699eee.svg&quot;,&quot;isPremium&quot;:false,&quot;isPacked&quot;:true,&quot;size&quot;:{&quot;x&quot;:100,&quot;y&quot;:100.95238095238095}},&quot;source&quot;:{&quot;id&quot;:&quot;6153716fe75ac20029699eee&quot;,&quot;type&quot;:&quot;ASSETS&quot;},&quot;parent&quot;:{&quot;type&quot;:&quot;CHILD&quot;,&quot;parentId&quot;:&quot;cb78cf90-2324-455d-8195-4e243c917fc5&quot;,&quot;order&quot;:&quot;01&quot;}},&quot;0a17167e-a089-4f30-bbb2-d21b0cdc7bf0&quot;:{&quot;id&quot;:&quot;0a17167e-a089-4f30-bbb2-d21b0cdc7bf0&quot;,&quot;name&quot;:&quot;Cancer cell&quot;,&quot;type&quot;:&quot;FIGURE_OBJECT&quot;,&quot;relativeTransform&quot;:{&quot;translate&quot;:{&quot;x&quot;:-436.3908629114624,&quot;y&quot;:137.64735534589465},&quot;rotate&quot;:0.3583444646624424,&quot;skewX&quot;:8.128319007536734e-17,&quot;scale&quot;:{&quot;x&quot;:0.4131994659341186,&quot;y&quot;:0.4131994659341186}},&quot;image&quot;:{&quot;url&quot;:&quot;https://icons.cdn.biorender.com/biorender/61770047aa87c30029843f42/6153716fe75ac20029699eee.png&quot;,&quot;fallbackUrl&quot;:&quot;sources/icons/61770047aa87c30029843f42/6153716fe75ac20029699eee.svg&quot;,&quot;isPremium&quot;:false,&quot;isPacked&quot;:true,&quot;size&quot;:{&quot;x&quot;:100,&quot;y&quot;:100.95238095238095}},&quot;source&quot;:{&quot;id&quot;:&quot;6153716fe75ac20029699eee&quot;,&quot;type&quot;:&quot;ASSETS&quot;},&quot;parent&quot;:{&quot;type&quot;:&quot;CHILD&quot;,&quot;parentId&quot;:&quot;cb78cf90-2324-455d-8195-4e243c917fc5&quot;,&quot;order&quot;:&quot;05&quot;}},&quot;9bf290b9-9ed3-4717-bfdc-c79eae373c9a&quot;:{&quot;id&quot;:&quot;9bf290b9-9ed3-4717-bfdc-c79eae373c9a&quot;,&quot;name&quot;:&quot;Cancer cell&quot;,&quot;type&quot;:&quot;FIGURE_OBJECT&quot;,&quot;relativeTransform&quot;:{&quot;translate&quot;:{&quot;x&quot;:-473.72736497744137,&quot;y&quot;:143.87764618752036},&quot;rotate&quot;:0.3583444646624424,&quot;skewX&quot;:8.128319007536734e-17,&quot;scale&quot;:{&quot;x&quot;:0.4131994659341186,&quot;y&quot;:0.4131994659341186}},&quot;image&quot;:{&quot;url&quot;:&quot;https://icons.cdn.biorender.com/biorender/61770047aa87c30029843f42/6153716fe75ac20029699eee.png&quot;,&quot;fallbackUrl&quot;:&quot;sources/icons/61770047aa87c30029843f42/6153716fe75ac20029699eee.svg&quot;,&quot;isPremium&quot;:false,&quot;isPacked&quot;:true,&quot;size&quot;:{&quot;x&quot;:100,&quot;y&quot;:100.95238095238095}},&quot;source&quot;:{&quot;id&quot;:&quot;6153716fe75ac20029699eee&quot;,&quot;type&quot;:&quot;ASSETS&quot;},&quot;parent&quot;:{&quot;type&quot;:&quot;CHILD&quot;,&quot;parentId&quot;:&quot;cb78cf90-2324-455d-8195-4e243c917fc5&quot;,&quot;order&quot;:&quot;02&quot;}},&quot;76685f67-761d-46bf-a5b1-e15c8d23a925&quot;:{&quot;id&quot;:&quot;76685f67-761d-46bf-a5b1-e15c8d23a925&quot;,&quot;name&quot;:&quot;Cancer cell&quot;,&quot;type&quot;:&quot;FIGURE_OBJECT&quot;,&quot;relativeTransform&quot;:{&quot;translate&quot;:{&quot;x&quot;:-487.17609147048245,&quot;y&quot;:102.82165139430151},&quot;rotate&quot;:-4.440892098500626e-16,&quot;skewX&quot;:0,&quot;scale&quot;:{&quot;x&quot;:0.38384534704497014,&quot;y&quot;:0.3838453470449702}},&quot;image&quot;:{&quot;url&quot;:&quot;https://icons.cdn.biorender.com/biorender/61770047aa87c30029843f42/6153716fe75ac20029699eee.png&quot;,&quot;fallbackUrl&quot;:&quot;sources/icons/61770047aa87c30029843f42/6153716fe75ac20029699eee.svg&quot;,&quot;isPremium&quot;:false,&quot;isPacked&quot;:true,&quot;size&quot;:{&quot;x&quot;:100,&quot;y&quot;:100.95238095238095}},&quot;source&quot;:{&quot;id&quot;:&quot;6153716fe75ac20029699eee&quot;,&quot;type&quot;:&quot;ASSETS&quot;},&quot;parent&quot;:{&quot;type&quot;:&quot;CHILD&quot;,&quot;parentId&quot;:&quot;cb78cf90-2324-455d-8195-4e243c917fc5&quot;,&quot;order&quot;:&quot;3&quot;}},&quot;9d0895ec-80f5-442a-bab4-158067cb0d63&quot;:{&quot;id&quot;:&quot;9d0895ec-80f5-442a-bab4-158067cb0d63&quot;,&quot;name&quot;:&quot;image.png&quot;,&quot;type&quot;:&quot;FIGURE_OBJECT&quot;,&quot;relativeTransform&quot;:{&quot;translate&quot;:{&quot;x&quot;:-337.26965731449263,&quot;y&quot;:-463.01599486234124},&quot;rotate&quot;:0,&quot;skewX&quot;:0,&quot;scale&quot;:{&quot;x&quot;:0.35627523376688475,&quot;y&quot;:0.356275233766885}},&quot;image&quot;:{&quot;url&quot;:&quot;https://core.services.biorender.com/api/uploads/noredirect/69be309c71be3c424b853d46/1774071964599_0a679f74-b18a-4005-8b19-7b4afd7a54d0_icon.png&quot;,&quot;isPremium&quot;:false,&quot;isSignedURL&quot;:true,&quot;size&quot;:{&quot;x&quot;:300,&quot;y&quot;:26.99696663296259}},&quot;source&quot;:{&quot;id&quot;:&quot;69be309c71be3c424b853d46&quot;,&quot;type&quot;:&quot;UPLOADS&quot;},&quot;isPremium&quot;:false,&quot;parent&quot;:{&quot;type&quot;:&quot;CHILD&quot;,&quot;parentId&quot;:&quot;400faf14-4792-494f-a4cf-e1154bba71af&quot;,&quot;order&quot;:&quot;16&quot;}},&quot;6c0b92ac-07db-402d-9ca1-e6b93b1eb9f6&quot;:{&quot;type&quot;:&quot;FIGURE_OBJECT&quot;,&quot;id&quot;:&quot;6c0b92ac-07db-402d-9ca1-e6b93b1eb9f6&quot;,&quot;relativeTransform&quot;:{&quot;translate&quot;:{&quot;x&quot;:-321.4248764860082,&quot;y&quot;:-415.9294071271162},&quot;rotate&quot;:0,&quot;skewX&quot;:0,&quot;scale&quot;:{&quot;x&quot;:1,&quot;y&quot;:1}},&quot;opacity&quot;:1,&quot;path&quot;:{&quot;type&quot;:&quot;ELLIPSE&quot;,&quot;size&quot;:{&quot;x&quot;:50.896352664349074,&quot;y&quot;:47.156441514667975}},&quot;isLocked&quot;:false,&quot;pathStyles&quot;:[{&quot;type&quot;:&quot;FILL&quot;,&quot;fillStyle&quot;:&quot;rgba(0,0,0,0)&quot;},{&quot;type&quot;:&quot;STROKE&quot;,&quot;strokeStyle&quot;:&quot;rgba(23,23,23,1)&quot;,&quot;lineWidth&quot;:1,&quot;lineJoin&quot;:&quot;round&quot;}],&quot;parent&quot;:{&quot;type&quot;:&quot;CHILD&quot;,&quot;parentId&quot;:&quot;400faf14-4792-494f-a4cf-e1154bba71af&quot;,&quot;order&quot;:&quot;17&quot;}},&quot;04572cb4-80dc-4061-9718-da90c875d6cd&quot;:{&quot;type&quot;:&quot;FIGURE_OBJECT&quot;,&quot;id&quot;:&quot;04572cb4-80dc-4061-9718-da90c875d6cd&quot;,&quot;relativeTransform&quot;:{&quot;translate&quot;:{&quot;x&quot;:-1.271724544761554,&quot;y&quot;:-246.62251204838233},&quot;rotate&quot;:0,&quot;skewX&quot;:0,&quot;scale&quot;:{&quot;x&quot;:1,&quot;y&quot;:1}},&quot;opacity&quot;:1,&quot;path&quot;:{&quot;type&quot;:&quot;POLY_LINE&quot;,&quot;points&quot;:[{&quot;x&quot;:-335.8025263329126,&quot;y&quot;:-210.84799308723075},{&quot;x&quot;:-327.41768858647566,&quot;y&quot;:-193.49864054922176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1,&quot;lineJoin&quot;:&quot;round&quot;}],&quot;isLocked&quot;:false,&quot;parent&quot;:{&quot;type&quot;:&quot;CHILD&quot;,&quot;parentId&quot;:&quot;400faf14-4792-494f-a4cf-e1154bba71af&quot;,&quot;order&quot;:&quot;18&quot;},&quot;connectorInfo&quot;:{&quot;type&quot;:&quot;LINE&quot;,&quot;offset&quot;:{&quot;x&quot;:0,&quot;y&quot;:0},&quot;bending&quot;:0.1,&quot;customized&quot;:false}},&quot;0349dbbb-a307-4296-80cb-b80dd7ddebae&quot;:{&quot;id&quot;:&quot;0349dbbb-a307-4296-80cb-b80dd7ddebae&quot;,&quot;name&quot;:&quot;image.png&quot;,&quot;type&quot;:&quot;FIGURE_OBJECT&quot;,&quot;relativeTransform&quot;:{&quot;translate&quot;:{&quot;x&quot;:343.98117095202264,&quot;y&quot;:-460.69298312596516},&quot;rotate&quot;:0,&quot;skewX&quot;:0,&quot;scale&quot;:{&quot;x&quot;:0.35627523376688475,&quot;y&quot;:0.356275233766885}},&quot;image&quot;:{&quot;url&quot;:&quot;https://core.services.biorender.com/api/uploads/noredirect/69be316f09a1861a005831bf/1774072175800_88685ef7-078e-48aa-9637-1014d2443e4f_icon.png&quot;,&quot;isPremium&quot;:false,&quot;isSignedURL&quot;:true,&quot;size&quot;:{&quot;x&quot;:300,&quot;y&quot;:26.99696663296259}},&quot;source&quot;:{&quot;id&quot;:&quot;69be316f09a1861a005831bf&quot;,&quot;type&quot;:&quot;UPLOADS&quot;},&quot;isPremium&quot;:false,&quot;parent&quot;:{&quot;type&quot;:&quot;CHILD&quot;,&quot;parentId&quot;:&quot;400faf14-4792-494f-a4cf-e1154bba71af&quot;,&quot;order&quot;:&quot;2&quot;}},&quot;89accb91-2d65-4b49-98b9-152823f8ae99&quot;:{&quot;type&quot;:&quot;FIGURE_OBJECT&quot;,&quot;id&quot;:&quot;89accb91-2d65-4b49-98b9-152823f8ae99&quot;,&quot;relativeTransform&quot;:{&quot;translate&quot;:{&quot;x&quot;:365.50387085210957,&quot;y&quot;:-416.42366101347466},&quot;rotate&quot;:0,&quot;skewX&quot;:0,&quot;scale&quot;:{&quot;x&quot;:1,&quot;y&quot;:1}},&quot;opacity&quot;:1,&quot;path&quot;:{&quot;type&quot;:&quot;ELLIPSE&quot;,&quot;size&quot;:{&quot;x&quot;:50.896352664349074,&quot;y&quot;:47.156441514667975}},&quot;isLocked&quot;:false,&quot;pathStyles&quot;:[{&quot;type&quot;:&quot;FILL&quot;,&quot;fillStyle&quot;:&quot;rgba(0,0,0,0)&quot;},{&quot;type&quot;:&quot;STROKE&quot;,&quot;strokeStyle&quot;:&quot;rgba(23,23,23,1)&quot;,&quot;lineWidth&quot;:1,&quot;lineJoin&quot;:&quot;round&quot;}],&quot;parent&quot;:{&quot;type&quot;:&quot;CHILD&quot;,&quot;parentId&quot;:&quot;400faf14-4792-494f-a4cf-e1154bba71af&quot;,&quot;order&quot;:&quot;205&quot;}},&quot;1b13449a-04f2-4504-a586-a2e0599a30d3&quot;:{&quot;type&quot;:&quot;FIGURE_OBJECT&quot;,&quot;id&quot;:&quot;1b13449a-04f2-4504-a586-a2e0599a30d3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376.7341024047202,&quot;y&quot;:-455.8838078268874},{&quot;x&quot;:365.50387085210957,&quot;y&quot;:-441.1809318069131}],&quot;closed&quot;:false},&quot;pathStyles&quot;:[{&quot;type&quot;:&quot;FILL&quot;,&quot;fillStyle&quot;:&quot;rgba(0,0,0,0)&quot;},{&quot;type&quot;:&quot;STROKE&quot;,&quot;strokeStyle&quot;:{&quot;units&quot;:&quot;PATH_LENGTH&quot;,&quot;stops&quot;:{&quot;0&quot;:&quot;#23232300&quot;,&quot;1&quot;:&quot;#232323&quot;,&quot;0.45&quot;:&quot;#232323&quot;}},&quot;lineWidth&quot;:1,&quot;lineJoin&quot;:&quot;round&quot;}],&quot;isLocked&quot;:false,&quot;parent&quot;:{&quot;type&quot;:&quot;CHILD&quot;,&quot;parentId&quot;:&quot;400faf14-4792-494f-a4cf-e1154bba71af&quot;,&quot;order&quot;:&quot;21&quot;},&quot;connectorInfo&quot;:{&quot;type&quot;:&quot;LINE&quot;,&quot;offset&quot;:{&quot;x&quot;:0,&quot;y&quot;:0},&quot;bending&quot;:0.1,&quot;customized&quot;:false,&quot;connectedObjectAtLineStart&quot;:{&quot;objectId&quot;:&quot;0349dbbb-a307-4296-80cb-b80dd7ddebae&quot;,&quot;coordinates&quot;:{&quot;x&quot;:0.8064384717998503,&quot;y&quot;:1}}}},&quot;5714bac2-c3bd-405d-8285-e7a74fc4dc25&quot;:{&quot;type&quot;:&quot;FIGURE_OBJECT&quot;,&quot;id&quot;:&quot;5714bac2-c3bd-405d-8285-e7a74fc4dc25&quot;,&quot;relativeTransform&quot;:{&quot;translate&quot;:{&quot;x&quot;:-82.40798951524341,&quot;y&quot;:-378.2657054021406},&quot;rotate&quot;:0,&quot;skewX&quot;:0,&quot;scale&quot;:{&quot;x&quot;:1,&quot;y&quot;:1}},&quot;opacity&quot;:1,&quot;path&quot;:{&quot;type&quot;:&quot;RECT&quot;,&quot;size&quot;:{&quot;x&quot;:276.9467921050148,&quot;y&quot;:209.204672392257},&quot;cornerRounding&quot;:{&quot;type&quot;:&quot;ARC_LENGTH&quot;,&quot;global&quot;:17.488619641531745}},&quot;pathStyles&quot;:[{&quot;type&quot;:&quot;FILL&quot;,&quot;fillStyle&quot;:&quot;rgba(0,0,0,0)&quot;},{&quot;type&quot;:&quot;STROKE&quot;,&quot;strokeStyle&quot;:&quot;rgba(23,23,23,1)&quot;,&quot;lineWidth&quot;:1,&quot;lineJoin&quot;:&quot;round&quot;}],&quot;isLocked&quot;:false,&quot;parent&quot;:{&quot;type&quot;:&quot;CHILD&quot;,&quot;parentId&quot;:&quot;400faf14-4792-494f-a4cf-e1154bba71af&quot;,&quot;order&quot;:&quot;22&quot;}},&quot;645fdda1-682f-4faf-9853-e8f3bda66ec8&quot;:{&quot;id&quot;:&quot;645fdda1-682f-4faf-9853-e8f3bda66ec8&quot;,&quot;name&quot;:&quot;image.png&quot;,&quot;type&quot;:&quot;FIGURE_OBJECT&quot;,&quot;relativeTransform&quot;:{&quot;translate&quot;:{&quot;x&quot;:-314.0493952010466,&quot;y&quot;:-134.16448285431468},&quot;rotate&quot;:0,&quot;skewX&quot;:0,&quot;scale&quot;:{&quot;x&quot;:0.5110787633806649,&quot;y&quot;:0.511078763380665}},&quot;image&quot;:{&quot;url&quot;:&quot;https://core.services.biorender.com/api/uploads/noredirect/69be54a4754a6209f356fb6b/1774081188937_210910cf-0f2c-47c9-b903-1d2161af57af_icon.png&quot;,&quot;isPremium&quot;:false,&quot;isSignedURL&quot;:true,&quot;size&quot;:{&quot;x&quot;:300,&quot;y&quot;:224.46916076845298}},&quot;source&quot;:{&quot;id&quot;:&quot;69be54a4754a6209f356fb6b&quot;,&quot;type&quot;:&quot;UPLOADS&quot;},&quot;isPremium&quot;:false,&quot;parent&quot;:{&quot;type&quot;:&quot;CHILD&quot;,&quot;parentId&quot;:&quot;400faf14-4792-494f-a4cf-e1154bba71af&quot;,&quot;order&quot;:&quot;25&quot;}},&quot;03204494-babf-47f1-a729-8292a92c95fe&quot;:{&quot;id&quot;:&quot;03204494-babf-47f1-a729-8292a92c95fe&quot;,&quot;name&quot;:&quot;image.png&quot;,&quot;type&quot;:&quot;FIGURE_OBJECT&quot;,&quot;relativeTransform&quot;:{&quot;translate&quot;:{&quot;x&quot;:314.7895487889614,&quot;y&quot;:-134.16464191918072},&quot;rotate&quot;:0,&quot;skewX&quot;:0,&quot;scale&quot;:{&quot;x&quot;:0.5110787633806649,&quot;y&quot;:0.511078763380665}},&quot;image&quot;:{&quot;url&quot;:&quot;https://core.services.biorender.com/api/uploads/noredirect/69be54ab29194738496d606e/1774081195228_17c66565-729f-4aae-b327-044021c5e396_icon.png&quot;,&quot;isPremium&quot;:false,&quot;isSignedURL&quot;:true,&quot;size&quot;:{&quot;x&quot;:300,&quot;y&quot;:224.46916076845298}},&quot;source&quot;:{&quot;id&quot;:&quot;69be54ab29194738496d606e&quot;,&quot;type&quot;:&quot;UPLOADS&quot;},&quot;isPremium&quot;:false,&quot;parent&quot;:{&quot;type&quot;:&quot;CHILD&quot;,&quot;parentId&quot;:&quot;400faf14-4792-494f-a4cf-e1154bba71af&quot;,&quot;order&quot;:&quot;23&quot;}},&quot;92f8b7aa-a2a6-4678-929f-7ce609dc5916&quot;:{&quot;id&quot;:&quot;92f8b7aa-a2a6-4678-929f-7ce609dc5916&quot;,&quot;type&quot;:&quot;FIGURE_OBJECT&quot;,&quot;parent&quot;:{&quot;type&quot;:&quot;CHILD&quot;,&quot;parentId&quot;:&quot;400faf14-4792-494f-a4cf-e1154bba71af&quot;,&quot;order&quot;:&quot;27&quot;},&quot;source&quot;:{&quot;id&quot;:&quot;68c2076ccdec2bfa449f0877&quot;,&quot;type&quot;:&quot;TEMPLATES&quot;},&quot;assetId&quot;:&quot;68c2076ccdec2bfa449f0877&quot;,&quot;relativeTransform&quot;:{&quot;translate&quot;:{&quot;x&quot;:-88.31667808946892,&quot;y&quot;:-154.6566769712809},&quot;rotate&quot;:0,&quot;skewX&quot;:0,&quot;scale&quot;:{&quot;x&quot;:1,&quot;y&quot;:1}}},&quot;9f928185-75ed-48c9-8d1e-b4d6ce933865&quot;:{&quot;type&quot;:&quot;FIGURE_OBJECT&quot;,&quot;id&quot;:&quot;9f928185-75ed-48c9-8d1e-b4d6ce933865&quot;,&quot;parent&quot;:{&quot;type&quot;:&quot;CHILD&quot;,&quot;parentId&quot;:&quot;92f8b7aa-a2a6-4678-929f-7ce609dc5916&quot;,&quot;order&quot;:&quot;9999999999999999999999999999996&quot;},&quot;relativeTransform&quot;:{&quot;translate&quot;:{&quot;x&quot;:-0.8675390730574538,&quot;y&quot;:-5.197018843322662},&quot;rotate&quot;:0},&quot;isLocked&quot;:false},&quot;cc6ffcc6-4017-45fe-9eef-a910b4728a2a&quot;:{&quot;type&quot;:&quot;FIGURE_OBJECT&quot;,&quot;id&quot;:&quot;cc6ffcc6-4017-45fe-9eef-a910b4728a2a&quot;,&quot;relativeTransform&quot;:{&quot;translate&quot;:{&quot;x&quot;:-48.55823366368695,&quot;y&quot;:-7.641268048650873},&quot;rotate&quot;:0},&quot;opacity&quot;:1,&quot;path&quot;:{&quot;type&quot;:&quot;ELLIPSE&quot;,&quot;size&quot;:{&quot;x&quot;: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9f928185-75ed-48c9-8d1e-b4d6ce933865&quot;,&quot;order&quot;:&quot;1&quot;}},&quot;e29320ce-a59f-4d6c-91af-e846bedc8ddc&quot;:{&quot;type&quot;:&quot;FIGURE_OBJECT&quot;,&quot;id&quot;:&quot;e29320ce-a59f-4d6c-91af-e846bedc8ddc&quot;,&quot;relativeTransform&quot;:{&quot;translate&quot;:{&quot;x&quot;:-48.55823366368695,&quot;y&quot;:13.478319276423875},&quot;rotate&quot;:0},&quot;opacity&quot;:1,&quot;path&quot;:{&quot;type&quot;:&quot;ELLIPSE&quot;,&quot;size&quot;:{&quot;x&quot;: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9f928185-75ed-48c9-8d1e-b4d6ce933865&quot;,&quot;order&quot;:&quot;2&quot;}},&quot;34d3cc44-3ab6-438b-9fd9-6ad73bdd659a&quot;:{&quot;type&quot;:&quot;FIGURE_OBJECT&quot;,&quot;id&quot;:&quot;34d3cc44-3ab6-438b-9fd9-6ad73bdd659a&quot;,&quot;relativeTransform&quot;:{&quot;translate&quot;:{&quot;x&quot;:-48.55823366368695,&quot;y&quot;:34.597906601498636},&quot;rotate&quot;:0},&quot;opacity&quot;:1,&quot;path&quot;:{&quot;type&quot;:&quot;ELLIPSE&quot;,&quot;size&quot;:{&quot;x&quot;: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9f928185-75ed-48c9-8d1e-b4d6ce933865&quot;,&quot;order&quot;:&quot;5&quot;}},&quot;a493eff7-c038-4012-9971-a627785176c2&quot;:{&quot;type&quot;:&quot;FIGURE_OBJECT&quot;,&quot;id&quot;:&quot;a493eff7-c038-4012-9971-a627785176c2&quot;,&quot;relativeTransform&quot;:{&quot;translate&quot;:{&quot;x&quot;:-48.55823366368695,&quot;y&quot;:55.740065774204645},&quot;rotate&quot;:0},&quot;opacity&quot;:1,&quot;path&quot;:{&quot;type&quot;:&quot;ELLIPSE&quot;,&quot;size&quot;:{&quot;x&quot;: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9f928185-75ed-48c9-8d1e-b4d6ce933865&quot;,&quot;order&quot;:&quot;7&quot;}},&quot;e6885a35-e8e4-4294-bfda-575ef92499ba&quot;:{&quot;type&quot;:&quot;FIGURE_OBJECT&quot;,&quot;id&quot;:&quot;e6885a35-e8e4-4294-bfda-575ef92499ba&quot;,&quot;parent&quot;:{&quot;type&quot;:&quot;CHILD&quot;,&quot;parentId&quot;:&quot;92f8b7aa-a2a6-4678-929f-7ce609dc5916&quot;,&quot;order&quot;:&quot;99999999999999999999999982&quot;},&quot;relativeTransform&quot;:{&quot;translate&quot;:{&quot;x&quot;:2.205252088754708,&quot;y&quot;:-7.6152579832981155},&quot;rotate&quot;:0}},&quot;96de4cf0-2009-4330-959f-48e866efbcab&quot;:{&quot;type&quot;:&quot;FIGURE_OBJECT&quot;,&quot;id&quot;:&quot;96de4cf0-2009-4330-959f-48e866efbcab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-28.59593513839811},{&quot;x&quot;:-55.725745582829724,&quot;y&quot;:-7.641268048650871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e6885a35-e8e4-4294-bfda-575ef92499ba&quot;,&quot;order&quot;:&quot;02&quot;},&quot;connectorInfo&quot;:{&quot;connectedObjects&quot;:[],&quot;type&quot;:&quot;LINE&quot;,&quot;offset&quot;:{&quot;x&quot;:0,&quot;y&quot;:0},&quot;bending&quot;:0.1,&quot;firstElementIsHead&quot;:true,&quot;customized&quot;:false}},&quot;85fe658c-d1ed-439b-9813-41e27ab7d700&quot;:{&quot;type&quot;:&quot;FIGURE_OBJECT&quot;,&quot;id&quot;:&quot;85fe658c-d1ed-439b-9813-41e27ab7d700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-28.59593513839811},{&quot;x&quot;:-55.725745582829724,&quot;y&quot;:13.478319276423871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e6885a35-e8e4-4294-bfda-575ef92499ba&quot;,&quot;order&quot;:&quot;05&quot;},&quot;connectorInfo&quot;:{&quot;connectedObjects&quot;:[],&quot;type&quot;:&quot;LINE&quot;,&quot;offset&quot;:{&quot;x&quot;:0,&quot;y&quot;:0},&quot;bending&quot;:0.1,&quot;firstElementIsHead&quot;:true,&quot;customized&quot;:false}},&quot;07ffc766-0e00-4916-86cd-72604e85da39&quot;:{&quot;type&quot;:&quot;FIGURE_OBJECT&quot;,&quot;id&quot;:&quot;07ffc766-0e00-4916-86cd-72604e85da39&quot;,&quot;relativeTransform&quot;:{&quot;translate&quot;:{&quot;x&quot;:-0.8935652452491774,&quot;y&quot;:2.1911213951708532},&quot;rotate&quot;:0},&quot;opacity&quot;:1,&quot;path&quot;:{&quot;type&quot;:&quot;POLY_LINE&quot;,&quot;points&quot;:[{&quot;x&quot;:-93.91443402116086,&quot;y&quot;:-7.262002002087929},{&quot;x&quot;:-55.725745582829724,&quot;y&quot;:-7.262002002087929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e6885a35-e8e4-4294-bfda-575ef92499ba&quot;,&quot;order&quot;:&quot;07&quot;},&quot;connectorInfo&quot;:{&quot;connectedObjects&quot;:[],&quot;type&quot;:&quot;LINE&quot;,&quot;offset&quot;:{&quot;x&quot;:0,&quot;y&quot;:0},&quot;bending&quot;:0.1,&quot;firstElementIsHead&quot;:true,&quot;customized&quot;:false}},&quot;f3e549c8-fce9-439a-b566-178d36b490cf&quot;:{&quot;type&quot;:&quot;FIGURE_OBJECT&quot;,&quot;id&quot;:&quot;f3e549c8-fce9-439a-b566-178d36b490cf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13.592547700680315},{&quot;x&quot;:-55.725745582829724,&quot;y&quot;:-7.641268048650871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e6885a35-e8e4-4294-bfda-575ef92499ba&quot;,&quot;order&quot;:&quot;1&quot;},&quot;connectorInfo&quot;:{&quot;connectedObjects&quot;:[],&quot;type&quot;:&quot;LINE&quot;,&quot;offset&quot;:{&quot;x&quot;:0,&quot;y&quot;:0},&quot;bending&quot;:0.1,&quot;firstElementIsHead&quot;:true,&quot;customized&quot;:false}},&quot;b05e7fc1-27fd-491e-b640-c842e7df033c&quot;:{&quot;type&quot;:&quot;FIGURE_OBJECT&quot;,&quot;id&quot;:&quot;b05e7fc1-27fd-491e-b640-c842e7df033c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34.712135025755074},{&quot;x&quot;:-55.725745582829724,&quot;y&quot;:-7.641268048650871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e6885a35-e8e4-4294-bfda-575ef92499ba&quot;,&quot;order&quot;:&quot;12&quot;},&quot;connectorInfo&quot;:{&quot;connectedObjects&quot;:[],&quot;type&quot;:&quot;LINE&quot;,&quot;offset&quot;:{&quot;x&quot;:0,&quot;y&quot;:0},&quot;bending&quot;:0.1,&quot;firstElementIsHead&quot;:true,&quot;customized&quot;:false}},&quot;3f1c01f2-895b-4982-aaa2-4e5a9e626c7d&quot;:{&quot;type&quot;:&quot;FIGURE_OBJECT&quot;,&quot;id&quot;:&quot;3f1c01f2-895b-4982-aaa2-4e5a9e626c7d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55.85429419846107},{&quot;x&quot;:-55.725745582829724,&quot;y&quot;:-7.641268048650871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e6885a35-e8e4-4294-bfda-575ef92499ba&quot;,&quot;order&quot;:&quot;15&quot;},&quot;connectorInfo&quot;:{&quot;connectedObjects&quot;:[],&quot;type&quot;:&quot;LINE&quot;,&quot;offset&quot;:{&quot;x&quot;:0,&quot;y&quot;:0},&quot;bending&quot;:0.1,&quot;firstElementIsHead&quot;:true,&quot;customized&quot;:false}},&quot;395ba91c-d0ec-4247-9372-d4b99eabe071&quot;:{&quot;type&quot;:&quot;FIGURE_OBJECT&quot;,&quot;id&quot;:&quot;395ba91c-d0ec-4247-9372-d4b99eabe071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76.8393618590449},{&quot;x&quot;:-55.725745582829724,&quot;y&quot;:-7.641268048650871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e6885a35-e8e4-4294-bfda-575ef92499ba&quot;,&quot;order&quot;:&quot;2&quot;},&quot;connectorInfo&quot;:{&quot;connectedObjects&quot;:[],&quot;type&quot;:&quot;LINE&quot;,&quot;offset&quot;:{&quot;x&quot;:0,&quot;y&quot;:0},&quot;bending&quot;:0.1,&quot;firstElementIsHead&quot;:true,&quot;customized&quot;:false}},&quot;30dfbbd1-2d26-4f41-8321-f1c59ad6e95b&quot;:{&quot;type&quot;:&quot;FIGURE_OBJECT&quot;,&quot;id&quot;:&quot;30dfbbd1-2d26-4f41-8321-f1c59ad6e95b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-7.5270396243944235},{&quot;x&quot;:-55.725745582829724,&quot;y&quot;:13.818995896343868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e6885a35-e8e4-4294-bfda-575ef92499ba&quot;,&quot;order&quot;:&quot;22&quot;},&quot;connectorInfo&quot;:{&quot;connectedObjects&quot;:[],&quot;type&quot;:&quot;LINE&quot;,&quot;offset&quot;:{&quot;x&quot;:0,&quot;y&quot;:0},&quot;bending&quot;:0.1,&quot;firstElementIsHead&quot;:true,&quot;customized&quot;:false}},&quot;0d513df5-6667-4def-907a-e68e1f059492&quot;:{&quot;type&quot;:&quot;FIGURE_OBJECT&quot;,&quot;id&quot;:&quot;0d513df5-6667-4def-907a-e68e1f059492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-28.59593513839811},{&quot;x&quot;:-55.725745582829724,&quot;y&quot;:34.597906601498636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e6885a35-e8e4-4294-bfda-575ef92499ba&quot;,&quot;order&quot;:&quot;25&quot;},&quot;connectorInfo&quot;:{&quot;connectedObjects&quot;:[],&quot;type&quot;:&quot;LINE&quot;,&quot;offset&quot;:{&quot;x&quot;:0,&quot;y&quot;:0},&quot;bending&quot;:0.1,&quot;firstElementIsHead&quot;:true,&quot;customized&quot;:false}},&quot;c1c1af8d-8b44-456a-9d03-c2bcaa0524be&quot;:{&quot;type&quot;:&quot;FIGURE_OBJECT&quot;,&quot;id&quot;:&quot;c1c1af8d-8b44-456a-9d03-c2bcaa0524be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-7.5270396243944235},{&quot;x&quot;:-55.725745582829724,&quot;y&quot;:34.597906601498636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e6885a35-e8e4-4294-bfda-575ef92499ba&quot;,&quot;order&quot;:&quot;3&quot;},&quot;connectorInfo&quot;:{&quot;connectedObjects&quot;:[],&quot;type&quot;:&quot;LINE&quot;,&quot;offset&quot;:{&quot;x&quot;:0,&quot;y&quot;:0},&quot;bending&quot;:0.1,&quot;firstElementIsHead&quot;:true,&quot;customized&quot;:false}},&quot;7994c90e-6109-4193-a238-489bf73ab200&quot;:{&quot;type&quot;:&quot;FIGURE_OBJECT&quot;,&quot;id&quot;:&quot;7994c90e-6109-4193-a238-489bf73ab200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13.592547700680315},{&quot;x&quot;:-55.725745582829724,&quot;y&quot;:34.597906601498636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e6885a35-e8e4-4294-bfda-575ef92499ba&quot;,&quot;order&quot;:&quot;35&quot;},&quot;connectorInfo&quot;:{&quot;connectedObjects&quot;:[],&quot;type&quot;:&quot;LINE&quot;,&quot;offset&quot;:{&quot;x&quot;:0,&quot;y&quot;:0},&quot;bending&quot;:0.1,&quot;firstElementIsHead&quot;:true,&quot;customized&quot;:false}},&quot;87395758-7fbe-4b2f-ae38-17c1ab8ae5ff&quot;:{&quot;type&quot;:&quot;FIGURE_OBJECT&quot;,&quot;id&quot;:&quot;87395758-7fbe-4b2f-ae38-17c1ab8ae5ff&quot;,&quot;relativeTransform&quot;:{&quot;translate&quot;:{&quot;x&quot;:-0.8935652452491774,&quot;y&quot;:2.1911213951708532},&quot;rotate&quot;:0},&quot;opacity&quot;:1,&quot;path&quot;:{&quot;type&quot;:&quot;POLY_LINE&quot;,&quot;points&quot;:[{&quot;x&quot;:-93.7190326740467,&quot;y&quot;:34.96761637473807},{&quot;x&quot;:-55.725745582829724,&quot;y&quot;:34.96761637473807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e6885a35-e8e4-4294-bfda-575ef92499ba&quot;,&quot;order&quot;:&quot;4&quot;},&quot;connectorInfo&quot;:{&quot;connectedObjects&quot;:[],&quot;type&quot;:&quot;LINE&quot;,&quot;offset&quot;:{&quot;x&quot;:0,&quot;y&quot;:0},&quot;bending&quot;:0.1,&quot;firstElementIsHead&quot;:true,&quot;customized&quot;:false}},&quot;5811761d-f303-40e9-9710-0da63f41c094&quot;:{&quot;type&quot;:&quot;FIGURE_OBJECT&quot;,&quot;id&quot;:&quot;5811761d-f303-40e9-9710-0da63f41c094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55.85429419846107},{&quot;x&quot;:-55.725745582829724,&quot;y&quot;:34.597906601498636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e6885a35-e8e4-4294-bfda-575ef92499ba&quot;,&quot;order&quot;:&quot;5&quot;},&quot;connectorInfo&quot;:{&quot;connectedObjects&quot;:[],&quot;type&quot;:&quot;LINE&quot;,&quot;offset&quot;:{&quot;x&quot;:0,&quot;y&quot;:0},&quot;bending&quot;:0.1,&quot;firstElementIsHead&quot;:true,&quot;customized&quot;:false}},&quot;d322ecb2-ae63-4b90-a660-21da73dd08e9&quot;:{&quot;type&quot;:&quot;FIGURE_OBJECT&quot;,&quot;id&quot;:&quot;d322ecb2-ae63-4b90-a660-21da73dd08e9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76.8393618590449},{&quot;x&quot;:-55.725745582829724,&quot;y&quot;:34.597906601498636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e6885a35-e8e4-4294-bfda-575ef92499ba&quot;,&quot;order&quot;:&quot;52&quot;},&quot;connectorInfo&quot;:{&quot;connectedObjects&quot;:[],&quot;type&quot;:&quot;LINE&quot;,&quot;offset&quot;:{&quot;x&quot;:0,&quot;y&quot;:0},&quot;bending&quot;:0.1,&quot;firstElementIsHead&quot;:true,&quot;customized&quot;:false}},&quot;40bcc8dd-f1f2-4a74-bbc9-3fcb5d47af52&quot;:{&quot;type&quot;:&quot;FIGURE_OBJECT&quot;,&quot;id&quot;:&quot;40bcc8dd-f1f2-4a74-bbc9-3fcb5d47af52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76.8393618590449},{&quot;x&quot;:-55.725745582829724,&quot;y&quot;:55.74006577420462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e6885a35-e8e4-4294-bfda-575ef92499ba&quot;,&quot;order&quot;:&quot;55&quot;},&quot;connectorInfo&quot;:{&quot;connectedObjects&quot;:[],&quot;type&quot;:&quot;LINE&quot;,&quot;offset&quot;:{&quot;x&quot;:0,&quot;y&quot;:0},&quot;bending&quot;:0.1,&quot;firstElementIsHead&quot;:true,&quot;customized&quot;:false}},&quot;6c1bc0f9-508a-4e0e-a39a-ba48a4a28649&quot;:{&quot;type&quot;:&quot;FIGURE_OBJECT&quot;,&quot;id&quot;:&quot;6c1bc0f9-508a-4e0e-a39a-ba48a4a28649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56.01066243260948},{&quot;x&quot;:-55.725745582829724,&quot;y&quot;:56.01066243260948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e6885a35-e8e4-4294-bfda-575ef92499ba&quot;,&quot;order&quot;:&quot;6&quot;},&quot;connectorInfo&quot;:{&quot;connectedObjects&quot;:[],&quot;type&quot;:&quot;LINE&quot;,&quot;offset&quot;:{&quot;x&quot;:0,&quot;y&quot;:0},&quot;bending&quot;:0.1,&quot;firstElementIsHead&quot;:true,&quot;customized&quot;:false}},&quot;63cdd52a-e132-47b9-bc21-2948f41e2f4b&quot;:{&quot;type&quot;:&quot;FIGURE_OBJECT&quot;,&quot;id&quot;:&quot;63cdd52a-e132-47b9-bc21-2948f41e2f4b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34.712135025755074},{&quot;x&quot;:-55.725745582829724,&quot;y&quot;:55.74006577420462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e6885a35-e8e4-4294-bfda-575ef92499ba&quot;,&quot;order&quot;:&quot;62&quot;},&quot;connectorInfo&quot;:{&quot;connectedObjects&quot;:[],&quot;type&quot;:&quot;LINE&quot;,&quot;offset&quot;:{&quot;x&quot;:0,&quot;y&quot;:0},&quot;bending&quot;:0.1,&quot;firstElementIsHead&quot;:true,&quot;customized&quot;:false}},&quot;1dfeab90-b08d-41f8-8794-5014a6f78c6a&quot;:{&quot;type&quot;:&quot;FIGURE_OBJECT&quot;,&quot;id&quot;:&quot;1dfeab90-b08d-41f8-8794-5014a6f78c6a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13.592547700680315},{&quot;x&quot;:-55.725745582829724,&quot;y&quot;:55.74006577420462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e6885a35-e8e4-4294-bfda-575ef92499ba&quot;,&quot;order&quot;:&quot;65&quot;},&quot;connectorInfo&quot;:{&quot;connectedObjects&quot;:[],&quot;type&quot;:&quot;LINE&quot;,&quot;offset&quot;:{&quot;x&quot;:0,&quot;y&quot;:0},&quot;bending&quot;:0.1,&quot;firstElementIsHead&quot;:true,&quot;customized&quot;:false}},&quot;86e7efbc-bac6-4c84-b4c7-cd97e207e787&quot;:{&quot;type&quot;:&quot;FIGURE_OBJECT&quot;,&quot;id&quot;:&quot;86e7efbc-bac6-4c84-b4c7-cd97e207e787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-28.59593513839811},{&quot;x&quot;:-55.725745582829724,&quot;y&quot;:55.74006577420462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e6885a35-e8e4-4294-bfda-575ef92499ba&quot;,&quot;order&quot;:&quot;7&quot;},&quot;connectorInfo&quot;:{&quot;connectedObjects&quot;:[],&quot;type&quot;:&quot;LINE&quot;,&quot;offset&quot;:{&quot;x&quot;:0,&quot;y&quot;:0},&quot;bending&quot;:0.1,&quot;firstElementIsHead&quot;:true,&quot;customized&quot;:false}},&quot;a1d3b1da-d300-486b-a95f-5a505a8f3f09&quot;:{&quot;type&quot;:&quot;FIGURE_OBJECT&quot;,&quot;id&quot;:&quot;a1d3b1da-d300-486b-a95f-5a505a8f3f09&quot;,&quot;relativeTransform&quot;:{&quot;translate&quot;:{&quot;x&quot;:-0.8935652452491774,&quot;y&quot;:2.304680267573151},&quot;rotate&quot;:0},&quot;opacity&quot;:1,&quot;path&quot;:{&quot;type&quot;:&quot;POLY_LINE&quot;,&quot;points&quot;:[{&quot;x&quot;:-93.91443402116086,&quot;y&quot;:13.908851264950398},{&quot;x&quot;:-55.725745582829724,&quot;y&quot;:13.908851264950398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e6885a35-e8e4-4294-bfda-575ef92499ba&quot;,&quot;order&quot;:&quot;72&quot;},&quot;connectorInfo&quot;:{&quot;connectedObjects&quot;:[],&quot;type&quot;:&quot;LINE&quot;,&quot;offset&quot;:{&quot;x&quot;:0,&quot;y&quot;:0},&quot;bending&quot;:0.1,&quot;firstElementIsHead&quot;:true,&quot;customized&quot;:false}},&quot;4c653921-0f9c-4f89-8ee6-e9bce775853e&quot;:{&quot;type&quot;:&quot;FIGURE_OBJECT&quot;,&quot;id&quot;:&quot;4c653921-0f9c-4f89-8ee6-e9bce775853e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34.712135025755074},{&quot;x&quot;:-55.725745582829724,&quot;y&quot;:13.478319276423871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e6885a35-e8e4-4294-bfda-575ef92499ba&quot;,&quot;order&quot;:&quot;75&quot;},&quot;connectorInfo&quot;:{&quot;connectedObjects&quot;:[],&quot;type&quot;:&quot;LINE&quot;,&quot;offset&quot;:{&quot;x&quot;:0,&quot;y&quot;:0},&quot;bending&quot;:0.1,&quot;firstElementIsHead&quot;:true,&quot;customized&quot;:false}},&quot;56ebc6ca-efb8-4746-9d0a-cdaa7e696a6a&quot;:{&quot;type&quot;:&quot;FIGURE_OBJECT&quot;,&quot;id&quot;:&quot;56ebc6ca-efb8-4746-9d0a-cdaa7e696a6a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55.85429419846107},{&quot;x&quot;:-55.725745582829724,&quot;y&quot;:13.478319276423871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e6885a35-e8e4-4294-bfda-575ef92499ba&quot;,&quot;order&quot;:&quot;8&quot;},&quot;connectorInfo&quot;:{&quot;connectedObjects&quot;:[],&quot;type&quot;:&quot;LINE&quot;,&quot;offset&quot;:{&quot;x&quot;:0,&quot;y&quot;:0},&quot;bending&quot;:0.1,&quot;firstElementIsHead&quot;:true,&quot;customized&quot;:false}},&quot;b4918d0b-3d08-43d2-bdff-65acc5f59525&quot;:{&quot;type&quot;:&quot;FIGURE_OBJECT&quot;,&quot;id&quot;:&quot;b4918d0b-3d08-43d2-bdff-65acc5f59525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76.8393618590449},{&quot;x&quot;:-55.725745582829724,&quot;y&quot;:13.478319276423871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e6885a35-e8e4-4294-bfda-575ef92499ba&quot;,&quot;order&quot;:&quot;85&quot;},&quot;connectorInfo&quot;:{&quot;connectedObjects&quot;:[],&quot;type&quot;:&quot;LINE&quot;,&quot;offset&quot;:{&quot;x&quot;:0,&quot;y&quot;:0},&quot;bending&quot;:0.1,&quot;firstElementIsHead&quot;:true,&quot;customized&quot;:false}},&quot;7004adb7-d96e-4590-8235-d8b8d93f702d&quot;:{&quot;type&quot;:&quot;FIGURE_OBJECT&quot;,&quot;id&quot;:&quot;7004adb7-d96e-4590-8235-d8b8d93f702d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-7.5270396243944235},{&quot;x&quot;:-55.725745582829724,&quot;y&quot;:55.74006577420462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e6885a35-e8e4-4294-bfda-575ef92499ba&quot;,&quot;order&quot;:&quot;9&quot;},&quot;connectorInfo&quot;:{&quot;connectedObjects&quot;:[],&quot;type&quot;:&quot;LINE&quot;,&quot;offset&quot;:{&quot;x&quot;:0,&quot;y&quot;:0},&quot;bending&quot;:0.1,&quot;firstElementIsHead&quot;:true,&quot;customized&quot;:false}},&quot;9e0e55ee-2004-46f1-a8f8-c09f90cff740&quot;:{&quot;type&quot;:&quot;FIGURE_OBJECT&quot;,&quot;id&quot;:&quot;9e0e55ee-2004-46f1-a8f8-c09f90cff740&quot;,&quot;parent&quot;:{&quot;type&quot;:&quot;CHILD&quot;,&quot;parentId&quot;:&quot;92f8b7aa-a2a6-4678-929f-7ce609dc5916&quot;,&quot;order&quot;:&quot;99999999999999999999999999999955&quot;},&quot;relativeTransform&quot;:{&quot;translate&quot;:{&quot;x&quot;:-0.8675390730574538,&quot;y&quot;:-5.197018843322662},&quot;rotate&quot;:0},&quot;isLocked&quot;:false},&quot;658b9792-b2df-4e4a-8653-f1cbfb7b3521&quot;:{&quot;type&quot;:&quot;FIGURE_OBJECT&quot;,&quot;id&quot;:&quot;658b9792-b2df-4e4a-8653-f1cbfb7b3521&quot;,&quot;relativeTransform&quot;:{&quot;translate&quot;:{&quot;x&quot;:-96.72349410717767,&quot;y&quot;:-28.59593513839812},&quot;rotate&quot;:0},&quot;opacity&quot;:1,&quot;path&quot;:{&quot;type&quot;:&quot;ELLIPSE&quot;,&quot;size&quot;:{&quot;x&quot;: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9e0e55ee-2004-46f1-a8f8-c09f90cff740&quot;,&quot;order&quot;:&quot;1&quot;}},&quot;ba93c668-8df6-4bff-bce5-5f62f6ea9614&quot;:{&quot;type&quot;:&quot;FIGURE_OBJECT&quot;,&quot;id&quot;:&quot;ba93c668-8df6-4bff-bce5-5f62f6ea9614&quot;,&quot;relativeTransform&quot;:{&quot;translate&quot;:{&quot;x&quot;:-96.72349410717767,&quot;y&quot;:-7.527039624394425},&quot;rotate&quot;:0},&quot;opacity&quot;:1,&quot;path&quot;:{&quot;type&quot;:&quot;ELLIPSE&quot;,&quot;size&quot;:{&quot;x&quot;: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9e0e55ee-2004-46f1-a8f8-c09f90cff740&quot;,&quot;order&quot;:&quot;2&quot;}},&quot;7b098d2e-e36a-4a8a-9cf8-e73aa8490444&quot;:{&quot;type&quot;:&quot;FIGURE_OBJECT&quot;,&quot;id&quot;:&quot;7b098d2e-e36a-4a8a-9cf8-e73aa8490444&quot;,&quot;relativeTransform&quot;:{&quot;translate&quot;:{&quot;x&quot;:-96.72349410717767,&quot;y&quot;:34.71213502575508},&quot;rotate&quot;:0},&quot;opacity&quot;:1,&quot;path&quot;:{&quot;type&quot;:&quot;ELLIPSE&quot;,&quot;size&quot;:{&quot;x&quot;: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9e0e55ee-2004-46f1-a8f8-c09f90cff740&quot;,&quot;order&quot;:&quot;5&quot;}},&quot;c5fc9633-23ef-4b62-b501-e99d582b6c6d&quot;:{&quot;type&quot;:&quot;FIGURE_OBJECT&quot;,&quot;id&quot;:&quot;c5fc9633-23ef-4b62-b501-e99d582b6c6d&quot;,&quot;relativeTransform&quot;:{&quot;translate&quot;:{&quot;x&quot;:-96.72349410717767,&quot;y&quot;:55.85429419846108},&quot;rotate&quot;:0},&quot;opacity&quot;:1,&quot;path&quot;:{&quot;type&quot;:&quot;ELLIPSE&quot;,&quot;size&quot;:{&quot;x&quot;: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9e0e55ee-2004-46f1-a8f8-c09f90cff740&quot;,&quot;order&quot;:&quot;6&quot;}},&quot;70dd5aed-50b1-4c52-9a6f-d71d5c4cf5ea&quot;:{&quot;type&quot;:&quot;FIGURE_OBJECT&quot;,&quot;id&quot;:&quot;70dd5aed-50b1-4c52-9a6f-d71d5c4cf5ea&quot;,&quot;relativeTransform&quot;:{&quot;translate&quot;:{&quot;x&quot;:-96.72349410717767,&quot;y&quot;:76.83936185904491},&quot;rotate&quot;:0},&quot;opacity&quot;:1,&quot;path&quot;:{&quot;type&quot;:&quot;ELLIPSE&quot;,&quot;size&quot;:{&quot;x&quot;: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9e0e55ee-2004-46f1-a8f8-c09f90cff740&quot;,&quot;order&quot;:&quot;7&quot;}},&quot;a8d00153-7daa-4d7c-98b3-679eddd25b12&quot;:{&quot;type&quot;:&quot;FIGURE_OBJECT&quot;,&quot;id&quot;:&quot;a8d00153-7daa-4d7c-98b3-679eddd25b12&quot;,&quot;relativeTransform&quot;:{&quot;translate&quot;:{&quot;x&quot;:-96.72349410717767,&quot;y&quot;:13.592547700680317},&quot;rotate&quot;:0},&quot;opacity&quot;:1,&quot;path&quot;:{&quot;type&quot;:&quot;ELLIPSE&quot;,&quot;size&quot;:{&quot;x&quot;: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9e0e55ee-2004-46f1-a8f8-c09f90cff740&quot;,&quot;order&quot;:&quot;3&quot;}},&quot;b66e9868-bb61-4829-8fb0-6ca676458d21&quot;:{&quot;type&quot;:&quot;FIGURE_OBJECT&quot;,&quot;id&quot;:&quot;b66e9868-bb61-4829-8fb0-6ca676458d21&quot;,&quot;relativeTransform&quot;:{&quot;translate&quot;:{&quot;x&quot;:-162.50623591831305,&quot;y&quot;:-134.8062914349147},&quot;rotate&quot;:0,&quot;skewX&quot;:0,&quot;scale&quot;:{&quot;x&quot;:1,&quot;y&quot;:1}},&quot;opacity&quot;:1,&quot;path&quot;:{&quot;type&quot;:&quot;RECT&quot;,&quot;size&quot;:{&quot;x&quot;:72.51520258028062,&quot;y&quot;:133.54650302066364},&quot;cornerRounding&quot;:{&quot;type&quot;:&quot;ARC_LENGTH&quot;,&quot;global&quot;:0}},&quot;pathStyles&quot;:[{&quot;type&quot;:&quot;FILL&quot;,&quot;fillStyle&quot;:&quot;rgb(245, 245, 245)&quot;},{&quot;type&quot;:&quot;STROKE&quot;,&quot;strokeStyle&quot;:&quot;rgba(23,23,23,1)&quot;,&quot;lineWidth&quot;:1,&quot;lineJoin&quot;:&quot;round&quot;}],&quot;isLocked&quot;:false,&quot;parent&quot;:{&quot;type&quot;:&quot;CHILD&quot;,&quot;parentId&quot;:&quot;400faf14-4792-494f-a4cf-e1154bba71af&quot;,&quot;order&quot;:&quot;26&quot;},&quot;layout&quot;:{&quot;sizeRatio&quot;:{&quot;x&quot;:0.88,&quot;y&quot;:0.88},&quot;keepAspectRatio&quot;:false}},&quot;b0eb1c44-3568-4c0f-bc91-f4611f5f0d6b&quot;:{&quot;id&quot;:&quot;b0eb1c44-3568-4c0f-bc91-f4611f5f0d6b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3.677077557408744,&quot;color&quot;:&quot;black&quot;,&quot;fontWeight&quot;:&quot;normal&quot;,&quot;fontStyle&quot;:&quot;normal&quot;,&quot;decoration&quot;:&quot;none&quot;,&quot;script&quot;:&quot;none&quot;}}]},&quot;format&quot;:&quot;BETTER_TEXT&quot;,&quot;size&quot;:{&quot;x&quot;:63.81337827064695,&quot;y&quot;:15.971211355645776},&quot;targetSize&quot;:{&quot;x&quot;:63.81337827064695,&quot;y&quot;:2}},&quot;parent&quot;:{&quot;type&quot;:&quot;CHILD&quot;,&quot;parentId&quot;:&quot;b66e9868-bb61-4829-8fb0-6ca676458d21&quot;,&quot;order&quot;:&quot;5&quot;}},&quot;fc96ea6e-edea-4913-9b46-e272ddc75144&quot;:{&quot;id&quot;:&quot;fc96ea6e-edea-4913-9b46-e272ddc75144&quot;,&quot;type&quot;:&quot;FIGURE_OBJECT&quot;,&quot;parent&quot;:{&quot;type&quot;:&quot;CHILD&quot;,&quot;parentId&quot;:&quot;400faf14-4792-494f-a4cf-e1154bba71af&quot;,&quot;order&quot;:&quot;3&quot;},&quot;source&quot;:{&quot;id&quot;:&quot;68c2076ccdec2bfa449f0877&quot;,&quot;type&quot;:&quot;TEMPLATES&quot;},&quot;assetId&quot;:&quot;68c2076ccdec2bfa449f0877&quot;,&quot;relativeTransform&quot;:{&quot;translate&quot;:{&quot;x&quot;:89.95085104907736,&quot;y&quot;:-154.65711241043354},&quot;rotate&quot;:-2.4492935982947064e-16,&quot;skewX&quot;:0,&quot;scale&quot;:{&quot;x&quot;:1,&quot;y&quot;:1}}},&quot;7e2fd248-489d-4331-8cf4-fcadb8e0e7ec&quot;:{&quot;type&quot;:&quot;FIGURE_OBJECT&quot;,&quot;id&quot;:&quot;7e2fd248-489d-4331-8cf4-fcadb8e0e7ec&quot;,&quot;parent&quot;:{&quot;type&quot;:&quot;CHILD&quot;,&quot;parentId&quot;:&quot;fc96ea6e-edea-4913-9b46-e272ddc75144&quot;,&quot;order&quot;:&quot;9999999999999999999999999999996&quot;},&quot;relativeTransform&quot;:{&quot;translate&quot;:{&quot;x&quot;:0.8675390730574538,&quot;y&quot;:-5.197018843322662},&quot;rotate&quot;:-2.4492935982947064e-16},&quot;isLocked&quot;:false},&quot;5d0fd38a-a821-49bc-9084-dc307b43eec9&quot;:{&quot;type&quot;:&quot;FIGURE_OBJECT&quot;,&quot;id&quot;:&quot;5d0fd38a-a821-49bc-9084-dc307b43eec9&quot;,&quot;relativeTransform&quot;:{&quot;translate&quot;:{&quot;x&quot;:48.55823366368695,&quot;y&quot;:-7.641268048650873},&quot;rotate&quot;:-2.4492935982947064e-16},&quot;opacity&quot;:1,&quot;path&quot;:{&quot;type&quot;:&quot;ELLIPSE&quot;,&quot;size&quot;:{&quot;x&quot;:-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7e2fd248-489d-4331-8cf4-fcadb8e0e7ec&quot;,&quot;order&quot;:&quot;1&quot;}},&quot;9f42624d-f806-4a4b-849f-4747e4661030&quot;:{&quot;type&quot;:&quot;FIGURE_OBJECT&quot;,&quot;id&quot;:&quot;9f42624d-f806-4a4b-849f-4747e4661030&quot;,&quot;relativeTransform&quot;:{&quot;translate&quot;:{&quot;x&quot;:48.55823366368695,&quot;y&quot;:13.478319276423875},&quot;rotate&quot;:-2.4492935982947064e-16},&quot;opacity&quot;:1,&quot;path&quot;:{&quot;type&quot;:&quot;ELLIPSE&quot;,&quot;size&quot;:{&quot;x&quot;:-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7e2fd248-489d-4331-8cf4-fcadb8e0e7ec&quot;,&quot;order&quot;:&quot;2&quot;}},&quot;1e60a4e0-a04d-4686-bdc5-18d7799db7d7&quot;:{&quot;type&quot;:&quot;FIGURE_OBJECT&quot;,&quot;id&quot;:&quot;1e60a4e0-a04d-4686-bdc5-18d7799db7d7&quot;,&quot;relativeTransform&quot;:{&quot;translate&quot;:{&quot;x&quot;:48.55823366368695,&quot;y&quot;:34.597906601498636},&quot;rotate&quot;:-2.4492935982947064e-16},&quot;opacity&quot;:1,&quot;path&quot;:{&quot;type&quot;:&quot;ELLIPSE&quot;,&quot;size&quot;:{&quot;x&quot;:-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7e2fd248-489d-4331-8cf4-fcadb8e0e7ec&quot;,&quot;order&quot;:&quot;5&quot;}},&quot;c8050512-6394-43d6-bf25-fde69da7a6df&quot;:{&quot;type&quot;:&quot;FIGURE_OBJECT&quot;,&quot;id&quot;:&quot;c8050512-6394-43d6-bf25-fde69da7a6df&quot;,&quot;relativeTransform&quot;:{&quot;translate&quot;:{&quot;x&quot;:48.55823366368695,&quot;y&quot;:55.740065774204645},&quot;rotate&quot;:-2.4492935982947064e-16},&quot;opacity&quot;:1,&quot;path&quot;:{&quot;type&quot;:&quot;ELLIPSE&quot;,&quot;size&quot;:{&quot;x&quot;:-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7e2fd248-489d-4331-8cf4-fcadb8e0e7ec&quot;,&quot;order&quot;:&quot;7&quot;}},&quot;9ab47512-a4cf-4f3b-bfdf-cf1ae3f32cd1&quot;:{&quot;type&quot;:&quot;FIGURE_OBJECT&quot;,&quot;id&quot;:&quot;9ab47512-a4cf-4f3b-bfdf-cf1ae3f32cd1&quot;,&quot;parent&quot;:{&quot;type&quot;:&quot;CHILD&quot;,&quot;parentId&quot;:&quot;fc96ea6e-edea-4913-9b46-e272ddc75144&quot;,&quot;order&quot;:&quot;99999999999999999999999982&quot;},&quot;relativeTransform&quot;:{&quot;translate&quot;:{&quot;x&quot;:-2.205252088754708,&quot;y&quot;:-7.6152579832981155},&quot;rotate&quot;:-2.4492935982947064e-16}},&quot;6cfd5c6e-3ab4-4e43-8943-26dd9a9979bc&quot;:{&quot;type&quot;:&quot;FIGURE_OBJECT&quot;,&quot;id&quot;:&quot;6cfd5c6e-3ab4-4e43-8943-26dd9a9979bc&quot;,&quot;relativeTransform&quot;:{&quot;translate&quot;:{&quot;x&quot;:0.8935652452491774,&quot;y&quot;:2.4182391399754497},&quot;rotate&quot;:-2.4492935982947064e-16},&quot;opacity&quot;:1,&quot;path&quot;:{&quot;type&quot;:&quot;POLY_LINE&quot;,&quot;points&quot;:[{&quot;x&quot;:93.91443402116086,&quot;y&quot;:-28.59593513839811},{&quot;x&quot;:55.725745582829724,&quot;y&quot;:-7.641268048650871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9ab47512-a4cf-4f3b-bfdf-cf1ae3f32cd1&quot;,&quot;order&quot;:&quot;02&quot;},&quot;connectorInfo&quot;:{&quot;connectedObjects&quot;:[],&quot;type&quot;:&quot;LINE&quot;,&quot;offset&quot;:{&quot;x&quot;:0,&quot;y&quot;:0},&quot;bending&quot;:0.1,&quot;firstElementIsHead&quot;:true,&quot;customized&quot;:false}},&quot;5f0a8656-9c8a-43c1-80e1-fec779ee95c9&quot;:{&quot;type&quot;:&quot;FIGURE_OBJECT&quot;,&quot;id&quot;:&quot;5f0a8656-9c8a-43c1-80e1-fec779ee95c9&quot;,&quot;relativeTransform&quot;:{&quot;translate&quot;:{&quot;x&quot;:0.8935652452491774,&quot;y&quot;:2.4182391399754497},&quot;rotate&quot;:-2.4492935982947064e-16},&quot;opacity&quot;:1,&quot;path&quot;:{&quot;type&quot;:&quot;POLY_LINE&quot;,&quot;points&quot;:[{&quot;x&quot;:93.91443402116086,&quot;y&quot;:-28.59593513839811},{&quot;x&quot;:55.725745582829724,&quot;y&quot;:13.478319276423871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9ab47512-a4cf-4f3b-bfdf-cf1ae3f32cd1&quot;,&quot;order&quot;:&quot;05&quot;},&quot;connectorInfo&quot;:{&quot;connectedObjects&quot;:[],&quot;type&quot;:&quot;LINE&quot;,&quot;offset&quot;:{&quot;x&quot;:0,&quot;y&quot;:0},&quot;bending&quot;:0.1,&quot;firstElementIsHead&quot;:true,&quot;customized&quot;:false}},&quot;1dd70378-4f6e-403a-a6b8-c6e415dd8ac8&quot;:{&quot;type&quot;:&quot;FIGURE_OBJECT&quot;,&quot;id&quot;:&quot;1dd70378-4f6e-403a-a6b8-c6e415dd8ac8&quot;,&quot;relativeTransform&quot;:{&quot;translate&quot;:{&quot;x&quot;:0.8935652452491774,&quot;y&quot;:2.1911213951708532},&quot;rotate&quot;:-2.4492935982947064e-16},&quot;opacity&quot;:1,&quot;path&quot;:{&quot;type&quot;:&quot;POLY_LINE&quot;,&quot;points&quot;:[{&quot;x&quot;:93.91443402116086,&quot;y&quot;:-7.262002002087929},{&quot;x&quot;:55.725745582829724,&quot;y&quot;:-7.262002002087929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9ab47512-a4cf-4f3b-bfdf-cf1ae3f32cd1&quot;,&quot;order&quot;:&quot;07&quot;},&quot;connectorInfo&quot;:{&quot;connectedObjects&quot;:[],&quot;type&quot;:&quot;LINE&quot;,&quot;offset&quot;:{&quot;x&quot;:0,&quot;y&quot;:0},&quot;bending&quot;:0.1,&quot;firstElementIsHead&quot;:true,&quot;customized&quot;:false}},&quot;89b3ded4-05b7-4d3e-8f99-37b0b9250a3f&quot;:{&quot;type&quot;:&quot;FIGURE_OBJECT&quot;,&quot;id&quot;:&quot;89b3ded4-05b7-4d3e-8f99-37b0b9250a3f&quot;,&quot;relativeTransform&quot;:{&quot;translate&quot;:{&quot;x&quot;:0.8935652452491774,&quot;y&quot;:2.4182391399754497},&quot;rotate&quot;:-2.4492935982947064e-16},&quot;opacity&quot;:1,&quot;path&quot;:{&quot;type&quot;:&quot;POLY_LINE&quot;,&quot;points&quot;:[{&quot;x&quot;:93.91443402116086,&quot;y&quot;:13.592547700680315},{&quot;x&quot;:55.725745582829724,&quot;y&quot;:-7.641268048650871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9ab47512-a4cf-4f3b-bfdf-cf1ae3f32cd1&quot;,&quot;order&quot;:&quot;1&quot;},&quot;connectorInfo&quot;:{&quot;connectedObjects&quot;:[],&quot;type&quot;:&quot;LINE&quot;,&quot;offset&quot;:{&quot;x&quot;:0,&quot;y&quot;:0},&quot;bending&quot;:0.1,&quot;firstElementIsHead&quot;:true,&quot;customized&quot;:false}},&quot;d2a4d4ce-89fa-463d-b492-cb6d30d9f1eb&quot;:{&quot;type&quot;:&quot;FIGURE_OBJECT&quot;,&quot;id&quot;:&quot;d2a4d4ce-89fa-463d-b492-cb6d30d9f1eb&quot;,&quot;relativeTransform&quot;:{&quot;translate&quot;:{&quot;x&quot;:0.8935652452491774,&quot;y&quot;:2.4182391399754497},&quot;rotate&quot;:-2.4492935982947064e-16},&quot;opacity&quot;:1,&quot;path&quot;:{&quot;type&quot;:&quot;POLY_LINE&quot;,&quot;points&quot;:[{&quot;x&quot;:93.91443402116086,&quot;y&quot;:34.712135025755074},{&quot;x&quot;:55.725745582829724,&quot;y&quot;:-7.641268048650871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9ab47512-a4cf-4f3b-bfdf-cf1ae3f32cd1&quot;,&quot;order&quot;:&quot;12&quot;},&quot;connectorInfo&quot;:{&quot;connectedObjects&quot;:[],&quot;type&quot;:&quot;LINE&quot;,&quot;offset&quot;:{&quot;x&quot;:0,&quot;y&quot;:0},&quot;bending&quot;:0.1,&quot;firstElementIsHead&quot;:true,&quot;customized&quot;:false}},&quot;9561a3ec-98d5-4597-82ca-76f64a119ceb&quot;:{&quot;type&quot;:&quot;FIGURE_OBJECT&quot;,&quot;id&quot;:&quot;9561a3ec-98d5-4597-82ca-76f64a119ceb&quot;,&quot;relativeTransform&quot;:{&quot;translate&quot;:{&quot;x&quot;:0.8935652452491774,&quot;y&quot;:2.4182391399754497},&quot;rotate&quot;:-2.4492935982947064e-16},&quot;opacity&quot;:1,&quot;path&quot;:{&quot;type&quot;:&quot;POLY_LINE&quot;,&quot;points&quot;:[{&quot;x&quot;:93.91443402116086,&quot;y&quot;:55.85429419846107},{&quot;x&quot;:55.725745582829724,&quot;y&quot;:-7.641268048650871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9ab47512-a4cf-4f3b-bfdf-cf1ae3f32cd1&quot;,&quot;order&quot;:&quot;15&quot;},&quot;connectorInfo&quot;:{&quot;connectedObjects&quot;:[],&quot;type&quot;:&quot;LINE&quot;,&quot;offset&quot;:{&quot;x&quot;:0,&quot;y&quot;:0},&quot;bending&quot;:0.1,&quot;firstElementIsHead&quot;:true,&quot;customized&quot;:false}},&quot;33a35a09-5482-4cc8-8836-31c58d30e48f&quot;:{&quot;type&quot;:&quot;FIGURE_OBJECT&quot;,&quot;id&quot;:&quot;33a35a09-5482-4cc8-8836-31c58d30e48f&quot;,&quot;relativeTransform&quot;:{&quot;translate&quot;:{&quot;x&quot;:0.8935652452491774,&quot;y&quot;:2.4182391399754497},&quot;rotate&quot;:-2.4492935982947064e-16},&quot;opacity&quot;:1,&quot;path&quot;:{&quot;type&quot;:&quot;POLY_LINE&quot;,&quot;points&quot;:[{&quot;x&quot;:93.91443402116086,&quot;y&quot;:76.8393618590449},{&quot;x&quot;:55.725745582829724,&quot;y&quot;:-7.641268048650871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9ab47512-a4cf-4f3b-bfdf-cf1ae3f32cd1&quot;,&quot;order&quot;:&quot;2&quot;},&quot;connectorInfo&quot;:{&quot;connectedObjects&quot;:[],&quot;type&quot;:&quot;LINE&quot;,&quot;offset&quot;:{&quot;x&quot;:0,&quot;y&quot;:0},&quot;bending&quot;:0.1,&quot;firstElementIsHead&quot;:true,&quot;customized&quot;:false}},&quot;1ea8465b-a239-4733-ae01-885f78efad6d&quot;:{&quot;type&quot;:&quot;FIGURE_OBJECT&quot;,&quot;id&quot;:&quot;1ea8465b-a239-4733-ae01-885f78efad6d&quot;,&quot;relativeTransform&quot;:{&quot;translate&quot;:{&quot;x&quot;:0.8935652452491774,&quot;y&quot;:2.4182391399754497},&quot;rotate&quot;:-2.4492935982947064e-16},&quot;opacity&quot;:1,&quot;path&quot;:{&quot;type&quot;:&quot;POLY_LINE&quot;,&quot;points&quot;:[{&quot;x&quot;:93.91443402116086,&quot;y&quot;:-7.5270396243944235},{&quot;x&quot;:55.725745582829724,&quot;y&quot;:13.818995896343868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9ab47512-a4cf-4f3b-bfdf-cf1ae3f32cd1&quot;,&quot;order&quot;:&quot;22&quot;},&quot;connectorInfo&quot;:{&quot;connectedObjects&quot;:[],&quot;type&quot;:&quot;LINE&quot;,&quot;offset&quot;:{&quot;x&quot;:0,&quot;y&quot;:0},&quot;bending&quot;:0.1,&quot;firstElementIsHead&quot;:true,&quot;customized&quot;:false}},&quot;bfb84c81-f01e-4969-ab9a-46790562b953&quot;:{&quot;type&quot;:&quot;FIGURE_OBJECT&quot;,&quot;id&quot;:&quot;bfb84c81-f01e-4969-ab9a-46790562b953&quot;,&quot;relativeTransform&quot;:{&quot;translate&quot;:{&quot;x&quot;:0.8935652452491774,&quot;y&quot;:2.4182391399754497},&quot;rotate&quot;:-2.4492935982947064e-16},&quot;opacity&quot;:1,&quot;path&quot;:{&quot;type&quot;:&quot;POLY_LINE&quot;,&quot;points&quot;:[{&quot;x&quot;:93.91443402116086,&quot;y&quot;:-28.59593513839811},{&quot;x&quot;:55.725745582829724,&quot;y&quot;:34.597906601498636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9ab47512-a4cf-4f3b-bfdf-cf1ae3f32cd1&quot;,&quot;order&quot;:&quot;25&quot;},&quot;connectorInfo&quot;:{&quot;connectedObjects&quot;:[],&quot;type&quot;:&quot;LINE&quot;,&quot;offset&quot;:{&quot;x&quot;:0,&quot;y&quot;:0},&quot;bending&quot;:0.1,&quot;firstElementIsHead&quot;:true,&quot;customized&quot;:false}},&quot;f582b2e2-5b62-4be0-b442-a53182c8523a&quot;:{&quot;type&quot;:&quot;FIGURE_OBJECT&quot;,&quot;id&quot;:&quot;f582b2e2-5b62-4be0-b442-a53182c8523a&quot;,&quot;relativeTransform&quot;:{&quot;translate&quot;:{&quot;x&quot;:0.8935652452491774,&quot;y&quot;:2.4182391399754497},&quot;rotate&quot;:-2.4492935982947064e-16},&quot;opacity&quot;:1,&quot;path&quot;:{&quot;type&quot;:&quot;POLY_LINE&quot;,&quot;points&quot;:[{&quot;x&quot;:93.91443402116086,&quot;y&quot;:-7.5270396243944235},{&quot;x&quot;:55.725745582829724,&quot;y&quot;:34.597906601498636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9ab47512-a4cf-4f3b-bfdf-cf1ae3f32cd1&quot;,&quot;order&quot;:&quot;3&quot;},&quot;connectorInfo&quot;:{&quot;connectedObjects&quot;:[],&quot;type&quot;:&quot;LINE&quot;,&quot;offset&quot;:{&quot;x&quot;:0,&quot;y&quot;:0},&quot;bending&quot;:0.1,&quot;firstElementIsHead&quot;:true,&quot;customized&quot;:false}},&quot;4384cfe1-be13-4362-a178-8b4ba2d05e54&quot;:{&quot;type&quot;:&quot;FIGURE_OBJECT&quot;,&quot;id&quot;:&quot;4384cfe1-be13-4362-a178-8b4ba2d05e54&quot;,&quot;relativeTransform&quot;:{&quot;translate&quot;:{&quot;x&quot;:0.8935652452491774,&quot;y&quot;:2.4182391399754497},&quot;rotate&quot;:-2.4492935982947064e-16},&quot;opacity&quot;:1,&quot;path&quot;:{&quot;type&quot;:&quot;POLY_LINE&quot;,&quot;points&quot;:[{&quot;x&quot;:93.91443402116086,&quot;y&quot;:13.592547700680315},{&quot;x&quot;:55.725745582829724,&quot;y&quot;:34.597906601498636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9ab47512-a4cf-4f3b-bfdf-cf1ae3f32cd1&quot;,&quot;order&quot;:&quot;35&quot;},&quot;connectorInfo&quot;:{&quot;connectedObjects&quot;:[],&quot;type&quot;:&quot;LINE&quot;,&quot;offset&quot;:{&quot;x&quot;:0,&quot;y&quot;:0},&quot;bending&quot;:0.1,&quot;firstElementIsHead&quot;:true,&quot;customized&quot;:false}},&quot;2797c60b-605f-4447-82de-85ef5c85df7f&quot;:{&quot;type&quot;:&quot;FIGURE_OBJECT&quot;,&quot;id&quot;:&quot;2797c60b-605f-4447-82de-85ef5c85df7f&quot;,&quot;relativeTransform&quot;:{&quot;translate&quot;:{&quot;x&quot;:0.8935652452491774,&quot;y&quot;:2.1911213951708532},&quot;rotate&quot;:-2.4492935982947064e-16},&quot;opacity&quot;:1,&quot;path&quot;:{&quot;type&quot;:&quot;POLY_LINE&quot;,&quot;points&quot;:[{&quot;x&quot;:93.7190326740467,&quot;y&quot;:34.96761637473807},{&quot;x&quot;:55.725745582829724,&quot;y&quot;:34.96761637473807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9ab47512-a4cf-4f3b-bfdf-cf1ae3f32cd1&quot;,&quot;order&quot;:&quot;4&quot;},&quot;connectorInfo&quot;:{&quot;connectedObjects&quot;:[],&quot;type&quot;:&quot;LINE&quot;,&quot;offset&quot;:{&quot;x&quot;:0,&quot;y&quot;:0},&quot;bending&quot;:0.1,&quot;firstElementIsHead&quot;:true,&quot;customized&quot;:false}},&quot;7ce18258-1c12-4b78-be75-392016830b19&quot;:{&quot;type&quot;:&quot;FIGURE_OBJECT&quot;,&quot;id&quot;:&quot;7ce18258-1c12-4b78-be75-392016830b19&quot;,&quot;relativeTransform&quot;:{&quot;translate&quot;:{&quot;x&quot;:0.8935652452491774,&quot;y&quot;:2.4182391399754497},&quot;rotate&quot;:-2.4492935982947064e-16},&quot;opacity&quot;:1,&quot;path&quot;:{&quot;type&quot;:&quot;POLY_LINE&quot;,&quot;points&quot;:[{&quot;x&quot;:93.91443402116086,&quot;y&quot;:55.85429419846107},{&quot;x&quot;:55.725745582829724,&quot;y&quot;:34.597906601498636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9ab47512-a4cf-4f3b-bfdf-cf1ae3f32cd1&quot;,&quot;order&quot;:&quot;5&quot;},&quot;connectorInfo&quot;:{&quot;connectedObjects&quot;:[],&quot;type&quot;:&quot;LINE&quot;,&quot;offset&quot;:{&quot;x&quot;:0,&quot;y&quot;:0},&quot;bending&quot;:0.1,&quot;firstElementIsHead&quot;:true,&quot;customized&quot;:false}},&quot;ce3864af-0cac-4d10-9c26-90d1808e7689&quot;:{&quot;type&quot;:&quot;FIGURE_OBJECT&quot;,&quot;id&quot;:&quot;ce3864af-0cac-4d10-9c26-90d1808e7689&quot;,&quot;relativeTransform&quot;:{&quot;translate&quot;:{&quot;x&quot;:0.8935652452491774,&quot;y&quot;:2.4182391399754497},&quot;rotate&quot;:-2.4492935982947064e-16},&quot;opacity&quot;:1,&quot;path&quot;:{&quot;type&quot;:&quot;POLY_LINE&quot;,&quot;points&quot;:[{&quot;x&quot;:93.91443402116086,&quot;y&quot;:76.8393618590449},{&quot;x&quot;:55.725745582829724,&quot;y&quot;:34.597906601498636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9ab47512-a4cf-4f3b-bfdf-cf1ae3f32cd1&quot;,&quot;order&quot;:&quot;52&quot;},&quot;connectorInfo&quot;:{&quot;connectedObjects&quot;:[],&quot;type&quot;:&quot;LINE&quot;,&quot;offset&quot;:{&quot;x&quot;:0,&quot;y&quot;:0},&quot;bending&quot;:0.1,&quot;firstElementIsHead&quot;:true,&quot;customized&quot;:false}},&quot;38cf8e45-b019-4025-9ac7-afd2f8ddfaa9&quot;:{&quot;type&quot;:&quot;FIGURE_OBJECT&quot;,&quot;id&quot;:&quot;38cf8e45-b019-4025-9ac7-afd2f8ddfaa9&quot;,&quot;relativeTransform&quot;:{&quot;translate&quot;:{&quot;x&quot;:0.8935652452491774,&quot;y&quot;:2.4182391399754497},&quot;rotate&quot;:-2.4492935982947064e-16},&quot;opacity&quot;:1,&quot;path&quot;:{&quot;type&quot;:&quot;POLY_LINE&quot;,&quot;points&quot;:[{&quot;x&quot;:93.91443402116086,&quot;y&quot;:76.8393618590449},{&quot;x&quot;:55.725745582829724,&quot;y&quot;:55.74006577420462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9ab47512-a4cf-4f3b-bfdf-cf1ae3f32cd1&quot;,&quot;order&quot;:&quot;55&quot;},&quot;connectorInfo&quot;:{&quot;connectedObjects&quot;:[],&quot;type&quot;:&quot;LINE&quot;,&quot;offset&quot;:{&quot;x&quot;:0,&quot;y&quot;:0},&quot;bending&quot;:0.1,&quot;firstElementIsHead&quot;:true,&quot;customized&quot;:false}},&quot;d81d212b-de59-4358-89f7-27e21fc9244d&quot;:{&quot;type&quot;:&quot;FIGURE_OBJECT&quot;,&quot;id&quot;:&quot;d81d212b-de59-4358-89f7-27e21fc9244d&quot;,&quot;relativeTransform&quot;:{&quot;translate&quot;:{&quot;x&quot;:0.8935652452491774,&quot;y&quot;:2.4182391399754497},&quot;rotate&quot;:-2.4492935982947064e-16},&quot;opacity&quot;:1,&quot;path&quot;:{&quot;type&quot;:&quot;POLY_LINE&quot;,&quot;points&quot;:[{&quot;x&quot;:93.91443402116086,&quot;y&quot;:56.01066243260948},{&quot;x&quot;:55.725745582829724,&quot;y&quot;:56.01066243260948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9ab47512-a4cf-4f3b-bfdf-cf1ae3f32cd1&quot;,&quot;order&quot;:&quot;6&quot;},&quot;connectorInfo&quot;:{&quot;connectedObjects&quot;:[],&quot;type&quot;:&quot;LINE&quot;,&quot;offset&quot;:{&quot;x&quot;:0,&quot;y&quot;:0},&quot;bending&quot;:0.1,&quot;firstElementIsHead&quot;:true,&quot;customized&quot;:false}},&quot;e71ea2f1-c361-4110-9860-440779d42080&quot;:{&quot;type&quot;:&quot;FIGURE_OBJECT&quot;,&quot;id&quot;:&quot;e71ea2f1-c361-4110-9860-440779d42080&quot;,&quot;relativeTransform&quot;:{&quot;translate&quot;:{&quot;x&quot;:0.8935652452491774,&quot;y&quot;:2.4182391399754497},&quot;rotate&quot;:-2.4492935982947064e-16},&quot;opacity&quot;:1,&quot;path&quot;:{&quot;type&quot;:&quot;POLY_LINE&quot;,&quot;points&quot;:[{&quot;x&quot;:93.91443402116086,&quot;y&quot;:34.712135025755074},{&quot;x&quot;:55.725745582829724,&quot;y&quot;:55.74006577420462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9ab47512-a4cf-4f3b-bfdf-cf1ae3f32cd1&quot;,&quot;order&quot;:&quot;62&quot;},&quot;connectorInfo&quot;:{&quot;connectedObjects&quot;:[],&quot;type&quot;:&quot;LINE&quot;,&quot;offset&quot;:{&quot;x&quot;:0,&quot;y&quot;:0},&quot;bending&quot;:0.1,&quot;firstElementIsHead&quot;:true,&quot;customized&quot;:false}},&quot;24827078-9109-44fa-acff-43c1f569ccc7&quot;:{&quot;type&quot;:&quot;FIGURE_OBJECT&quot;,&quot;id&quot;:&quot;24827078-9109-44fa-acff-43c1f569ccc7&quot;,&quot;relativeTransform&quot;:{&quot;translate&quot;:{&quot;x&quot;:0.8935652452491774,&quot;y&quot;:2.4182391399754497},&quot;rotate&quot;:-2.4492935982947064e-16},&quot;opacity&quot;:1,&quot;path&quot;:{&quot;type&quot;:&quot;POLY_LINE&quot;,&quot;points&quot;:[{&quot;x&quot;:93.91443402116086,&quot;y&quot;:13.592547700680315},{&quot;x&quot;:55.725745582829724,&quot;y&quot;:55.74006577420462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9ab47512-a4cf-4f3b-bfdf-cf1ae3f32cd1&quot;,&quot;order&quot;:&quot;65&quot;},&quot;connectorInfo&quot;:{&quot;connectedObjects&quot;:[],&quot;type&quot;:&quot;LINE&quot;,&quot;offset&quot;:{&quot;x&quot;:0,&quot;y&quot;:0},&quot;bending&quot;:0.1,&quot;firstElementIsHead&quot;:true,&quot;customized&quot;:false}},&quot;b6bbbfc0-2d09-439f-b97f-61cb99c519cd&quot;:{&quot;type&quot;:&quot;FIGURE_OBJECT&quot;,&quot;id&quot;:&quot;b6bbbfc0-2d09-439f-b97f-61cb99c519cd&quot;,&quot;relativeTransform&quot;:{&quot;translate&quot;:{&quot;x&quot;:0.8935652452491774,&quot;y&quot;:2.4182391399754497},&quot;rotate&quot;:-2.4492935982947064e-16},&quot;opacity&quot;:1,&quot;path&quot;:{&quot;type&quot;:&quot;POLY_LINE&quot;,&quot;points&quot;:[{&quot;x&quot;:93.91443402116086,&quot;y&quot;:-28.59593513839811},{&quot;x&quot;:55.725745582829724,&quot;y&quot;:55.74006577420462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9ab47512-a4cf-4f3b-bfdf-cf1ae3f32cd1&quot;,&quot;order&quot;:&quot;7&quot;},&quot;connectorInfo&quot;:{&quot;connectedObjects&quot;:[],&quot;type&quot;:&quot;LINE&quot;,&quot;offset&quot;:{&quot;x&quot;:0,&quot;y&quot;:0},&quot;bending&quot;:0.1,&quot;firstElementIsHead&quot;:true,&quot;customized&quot;:false}},&quot;08ae08b0-351a-4c50-b606-ddb029f63f1c&quot;:{&quot;type&quot;:&quot;FIGURE_OBJECT&quot;,&quot;id&quot;:&quot;08ae08b0-351a-4c50-b606-ddb029f63f1c&quot;,&quot;relativeTransform&quot;:{&quot;translate&quot;:{&quot;x&quot;:0.8935652452491774,&quot;y&quot;:2.304680267573151},&quot;rotate&quot;:-2.4492935982947064e-16},&quot;opacity&quot;:1,&quot;path&quot;:{&quot;type&quot;:&quot;POLY_LINE&quot;,&quot;points&quot;:[{&quot;x&quot;:93.91443402116086,&quot;y&quot;:13.908851264950398},{&quot;x&quot;:55.725745582829724,&quot;y&quot;:13.908851264950398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9ab47512-a4cf-4f3b-bfdf-cf1ae3f32cd1&quot;,&quot;order&quot;:&quot;72&quot;},&quot;connectorInfo&quot;:{&quot;connectedObjects&quot;:[],&quot;type&quot;:&quot;LINE&quot;,&quot;offset&quot;:{&quot;x&quot;:0,&quot;y&quot;:0},&quot;bending&quot;:0.1,&quot;firstElementIsHead&quot;:true,&quot;customized&quot;:false}},&quot;e2989f56-06cf-4d94-bd1a-80a2edf827d2&quot;:{&quot;type&quot;:&quot;FIGURE_OBJECT&quot;,&quot;id&quot;:&quot;e2989f56-06cf-4d94-bd1a-80a2edf827d2&quot;,&quot;relativeTransform&quot;:{&quot;translate&quot;:{&quot;x&quot;:0.8935652452491774,&quot;y&quot;:2.4182391399754497},&quot;rotate&quot;:-2.4492935982947064e-16},&quot;opacity&quot;:1,&quot;path&quot;:{&quot;type&quot;:&quot;POLY_LINE&quot;,&quot;points&quot;:[{&quot;x&quot;:93.91443402116086,&quot;y&quot;:34.712135025755074},{&quot;x&quot;:55.725745582829724,&quot;y&quot;:13.478319276423871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9ab47512-a4cf-4f3b-bfdf-cf1ae3f32cd1&quot;,&quot;order&quot;:&quot;75&quot;},&quot;connectorInfo&quot;:{&quot;connectedObjects&quot;:[],&quot;type&quot;:&quot;LINE&quot;,&quot;offset&quot;:{&quot;x&quot;:0,&quot;y&quot;:0},&quot;bending&quot;:0.1,&quot;firstElementIsHead&quot;:true,&quot;customized&quot;:false}},&quot;91611098-d5ae-44f6-af6d-4deb9ef416c8&quot;:{&quot;type&quot;:&quot;FIGURE_OBJECT&quot;,&quot;id&quot;:&quot;91611098-d5ae-44f6-af6d-4deb9ef416c8&quot;,&quot;relativeTransform&quot;:{&quot;translate&quot;:{&quot;x&quot;:0.8935652452491774,&quot;y&quot;:2.4182391399754497},&quot;rotate&quot;:-2.4492935982947064e-16},&quot;opacity&quot;:1,&quot;path&quot;:{&quot;type&quot;:&quot;POLY_LINE&quot;,&quot;points&quot;:[{&quot;x&quot;:93.91443402116086,&quot;y&quot;:55.85429419846107},{&quot;x&quot;:55.725745582829724,&quot;y&quot;:13.478319276423871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9ab47512-a4cf-4f3b-bfdf-cf1ae3f32cd1&quot;,&quot;order&quot;:&quot;8&quot;},&quot;connectorInfo&quot;:{&quot;connectedObjects&quot;:[],&quot;type&quot;:&quot;LINE&quot;,&quot;offset&quot;:{&quot;x&quot;:0,&quot;y&quot;:0},&quot;bending&quot;:0.1,&quot;firstElementIsHead&quot;:true,&quot;customized&quot;:false}},&quot;ddf3d4fd-8eaa-4d4c-99e4-789aae1c911a&quot;:{&quot;type&quot;:&quot;FIGURE_OBJECT&quot;,&quot;id&quot;:&quot;ddf3d4fd-8eaa-4d4c-99e4-789aae1c911a&quot;,&quot;relativeTransform&quot;:{&quot;translate&quot;:{&quot;x&quot;:0.8935652452491774,&quot;y&quot;:2.4182391399754497},&quot;rotate&quot;:-2.4492935982947064e-16},&quot;opacity&quot;:1,&quot;path&quot;:{&quot;type&quot;:&quot;POLY_LINE&quot;,&quot;points&quot;:[{&quot;x&quot;:93.91443402116086,&quot;y&quot;:76.8393618590449},{&quot;x&quot;:55.725745582829724,&quot;y&quot;:13.478319276423871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9ab47512-a4cf-4f3b-bfdf-cf1ae3f32cd1&quot;,&quot;order&quot;:&quot;85&quot;},&quot;connectorInfo&quot;:{&quot;connectedObjects&quot;:[],&quot;type&quot;:&quot;LINE&quot;,&quot;offset&quot;:{&quot;x&quot;:0,&quot;y&quot;:0},&quot;bending&quot;:0.1,&quot;firstElementIsHead&quot;:true,&quot;customized&quot;:false}},&quot;517f17be-9ea7-482a-9ceb-bdd6879b1448&quot;:{&quot;type&quot;:&quot;FIGURE_OBJECT&quot;,&quot;id&quot;:&quot;517f17be-9ea7-482a-9ceb-bdd6879b1448&quot;,&quot;relativeTransform&quot;:{&quot;translate&quot;:{&quot;x&quot;:0.8935652452491774,&quot;y&quot;:2.4182391399754497},&quot;rotate&quot;:-2.4492935982947064e-16},&quot;opacity&quot;:1,&quot;path&quot;:{&quot;type&quot;:&quot;POLY_LINE&quot;,&quot;points&quot;:[{&quot;x&quot;:93.91443402116086,&quot;y&quot;:-7.5270396243944235},{&quot;x&quot;:55.725745582829724,&quot;y&quot;:55.74006577420462}],&quot;closed&quot;:false},&quot;pathStyles&quot;:[{&quot;type&quot;:&quot;FILL&quot;,&quot;fillStyle&quot;:&quot;rgba(0,0,0,0)&quot;},{&quot;type&quot;:&quot;STROKE&quot;,&quot;strokeStyle&quot;:&quot;rgba(208,211,214,1)&quot;,&quot;lineWidth&quot;:1,&quot;lineJoin&quot;:&quot;round&quot;}],&quot;pathMarkers&quot;:{},&quot;isLocked&quot;:false,&quot;parent&quot;:{&quot;type&quot;:&quot;CHILD&quot;,&quot;parentId&quot;:&quot;9ab47512-a4cf-4f3b-bfdf-cf1ae3f32cd1&quot;,&quot;order&quot;:&quot;9&quot;},&quot;connectorInfo&quot;:{&quot;connectedObjects&quot;:[],&quot;type&quot;:&quot;LINE&quot;,&quot;offset&quot;:{&quot;x&quot;:0,&quot;y&quot;:0},&quot;bending&quot;:0.1,&quot;firstElementIsHead&quot;:true,&quot;customized&quot;:false}},&quot;ff232f77-b504-4981-99df-06228fac984a&quot;:{&quot;type&quot;:&quot;FIGURE_OBJECT&quot;,&quot;id&quot;:&quot;ff232f77-b504-4981-99df-06228fac984a&quot;,&quot;parent&quot;:{&quot;type&quot;:&quot;CHILD&quot;,&quot;parentId&quot;:&quot;fc96ea6e-edea-4913-9b46-e272ddc75144&quot;,&quot;order&quot;:&quot;99999999999999999999999999999955&quot;},&quot;relativeTransform&quot;:{&quot;translate&quot;:{&quot;x&quot;:0.8675390730574538,&quot;y&quot;:-5.197018843322662},&quot;rotate&quot;:-2.4492935982947064e-16},&quot;isLocked&quot;:false},&quot;8c881fcc-da40-430a-8568-348ad8f142b7&quot;:{&quot;type&quot;:&quot;FIGURE_OBJECT&quot;,&quot;id&quot;:&quot;8c881fcc-da40-430a-8568-348ad8f142b7&quot;,&quot;relativeTransform&quot;:{&quot;translate&quot;:{&quot;x&quot;:96.72349410717767,&quot;y&quot;:-28.59593513839812},&quot;rotate&quot;:-2.4492935982947064e-16},&quot;opacity&quot;:1,&quot;path&quot;:{&quot;type&quot;:&quot;ELLIPSE&quot;,&quot;size&quot;:{&quot;x&quot;:-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ff232f77-b504-4981-99df-06228fac984a&quot;,&quot;order&quot;:&quot;1&quot;}},&quot;c4fcff58-2846-4370-9ad7-7a18f77a861d&quot;:{&quot;type&quot;:&quot;FIGURE_OBJECT&quot;,&quot;id&quot;:&quot;c4fcff58-2846-4370-9ad7-7a18f77a861d&quot;,&quot;relativeTransform&quot;:{&quot;translate&quot;:{&quot;x&quot;:96.72349410717767,&quot;y&quot;:-7.527039624394425},&quot;rotate&quot;:-2.4492935982947064e-16},&quot;opacity&quot;:1,&quot;path&quot;:{&quot;type&quot;:&quot;ELLIPSE&quot;,&quot;size&quot;:{&quot;x&quot;:-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ff232f77-b504-4981-99df-06228fac984a&quot;,&quot;order&quot;:&quot;2&quot;}},&quot;9e9b3e0d-d799-47f4-8d5d-b98a4cf98c53&quot;:{&quot;type&quot;:&quot;FIGURE_OBJECT&quot;,&quot;id&quot;:&quot;9e9b3e0d-d799-47f4-8d5d-b98a4cf98c53&quot;,&quot;relativeTransform&quot;:{&quot;translate&quot;:{&quot;x&quot;:96.72349410717767,&quot;y&quot;:34.71213502575508},&quot;rotate&quot;:-2.4492935982947064e-16},&quot;opacity&quot;:1,&quot;path&quot;:{&quot;type&quot;:&quot;ELLIPSE&quot;,&quot;size&quot;:{&quot;x&quot;:-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ff232f77-b504-4981-99df-06228fac984a&quot;,&quot;order&quot;:&quot;5&quot;}},&quot;7811bdd0-1bb4-4b77-939d-b67a45cd8a28&quot;:{&quot;type&quot;:&quot;FIGURE_OBJECT&quot;,&quot;id&quot;:&quot;7811bdd0-1bb4-4b77-939d-b67a45cd8a28&quot;,&quot;relativeTransform&quot;:{&quot;translate&quot;:{&quot;x&quot;:96.72349410717767,&quot;y&quot;:55.85429419846108},&quot;rotate&quot;:-2.4492935982947064e-16},&quot;opacity&quot;:1,&quot;path&quot;:{&quot;type&quot;:&quot;ELLIPSE&quot;,&quot;size&quot;:{&quot;x&quot;:-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ff232f77-b504-4981-99df-06228fac984a&quot;,&quot;order&quot;:&quot;6&quot;}},&quot;dc468ea5-a651-44e7-81ca-29faf0efc3bf&quot;:{&quot;type&quot;:&quot;FIGURE_OBJECT&quot;,&quot;id&quot;:&quot;dc468ea5-a651-44e7-81ca-29faf0efc3bf&quot;,&quot;relativeTransform&quot;:{&quot;translate&quot;:{&quot;x&quot;:96.72349410717767,&quot;y&quot;:76.83936185904491},&quot;rotate&quot;:-2.4492935982947064e-16},&quot;opacity&quot;:1,&quot;path&quot;:{&quot;type&quot;:&quot;ELLIPSE&quot;,&quot;size&quot;:{&quot;x&quot;:-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ff232f77-b504-4981-99df-06228fac984a&quot;,&quot;order&quot;:&quot;7&quot;}},&quot;3808833f-5664-4d3d-b78e-499907f2734a&quot;:{&quot;type&quot;:&quot;FIGURE_OBJECT&quot;,&quot;id&quot;:&quot;3808833f-5664-4d3d-b78e-499907f2734a&quot;,&quot;relativeTransform&quot;:{&quot;translate&quot;:{&quot;x&quot;:96.72349410717767,&quot;y&quot;:13.592547700680317},&quot;rotate&quot;:-2.4492935982947064e-16},&quot;opacity&quot;:1,&quot;path&quot;:{&quot;type&quot;:&quot;ELLIPSE&quot;,&quot;size&quot;:{&quot;x&quot;:-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ff232f77-b504-4981-99df-06228fac984a&quot;,&quot;order&quot;:&quot;3&quot;}},&quot;4411bb1b-69e8-47a2-b6bc-33e16b657ce3&quot;:{&quot;type&quot;:&quot;FIGURE_OBJECT&quot;,&quot;id&quot;:&quot;4411bb1b-69e8-47a2-b6bc-33e16b657ce3&quot;,&quot;relativeTransform&quot;:{&quot;translate&quot;:{&quot;x&quot;:164.14040887792146,&quot;y&quot;:-134.80672687406746},&quot;rotate&quot;:-2.4492935982947064e-16,&quot;skewX&quot;:0,&quot;scale&quot;:{&quot;x&quot;:1,&quot;y&quot;:1}},&quot;opacity&quot;:1,&quot;path&quot;:{&quot;type&quot;:&quot;RECT&quot;,&quot;size&quot;:{&quot;x&quot;:-72.51520258028062,&quot;y&quot;:133.54650302066364},&quot;cornerRounding&quot;:{&quot;type&quot;:&quot;ARC_LENGTH&quot;,&quot;global&quot;:0}},&quot;pathStyles&quot;:[{&quot;type&quot;:&quot;FILL&quot;,&quot;fillStyle&quot;:&quot;rgb(245, 245, 245)&quot;},{&quot;type&quot;:&quot;STROKE&quot;,&quot;strokeStyle&quot;:&quot;rgba(23,23,23,1)&quot;,&quot;lineWidth&quot;:1,&quot;lineJoin&quot;:&quot;round&quot;}],&quot;isLocked&quot;:false,&quot;parent&quot;:{&quot;type&quot;:&quot;CHILD&quot;,&quot;parentId&quot;:&quot;400faf14-4792-494f-a4cf-e1154bba71af&quot;,&quot;order&quot;:&quot;28&quot;},&quot;layout&quot;:{&quot;sizeRatio&quot;:{&quot;x&quot;:0.88,&quot;y&quot;:0.88},&quot;keepAspectRatio&quot;:false}},&quot;bf96d35b-78c3-46ab-85c5-b8f95dfe818a&quot;:{&quot;id&quot;:&quot;bf96d35b-78c3-46ab-85c5-b8f95dfe818a&quot;,&quot;type&quot;:&quot;FIGURE_OBJECT&quot;,&quot;relativeTransform&quot;:{&quot;translate&quot;:{&quot;x&quot;:0,&quot;y&quot;:0},&quot;rotate&quot;:-2.4492935982947064e-16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3.677077557408744,&quot;color&quot;:&quot;black&quot;,&quot;fontWeight&quot;:&quot;normal&quot;,&quot;fontStyle&quot;:&quot;normal&quot;,&quot;decoration&quot;:&quot;none&quot;,&quot;script&quot;:&quot;none&quot;}}]},&quot;format&quot;:&quot;BETTER_TEXT&quot;,&quot;size&quot;:{&quot;x&quot;:63.81337827064695,&quot;y&quot;:15.971211355645776},&quot;targetSize&quot;:{&quot;x&quot;:63.81337827064695,&quot;y&quot;:2}},&quot;parent&quot;:{&quot;type&quot;:&quot;CHILD&quot;,&quot;parentId&quot;:&quot;4411bb1b-69e8-47a2-b6bc-33e16b657ce3&quot;,&quot;order&quot;:&quot;5&quot;}},&quot;92cecbbe-1117-46f2-93c1-a4b4ba4cb0d7&quot;:{&quot;id&quot;:&quot;92cecbbe-1117-46f2-93c1-a4b4ba4cb0d7&quot;,&quot;name&quot;:&quot;CRISPR (symbol)&quot;,&quot;displayName&quot;:&quot;&quot;,&quot;type&quot;:&quot;FIGURE_OBJECT&quot;,&quot;relativeTransform&quot;:{&quot;translate&quot;:{&quot;x&quot;:-293.92748831413064,&quot;y&quot;:-19.37478062438676},&quot;rotate&quot;:1.2246467991473532e-16,&quot;skewX&quot;:0,&quot;scale&quot;:{&quot;x&quot;:0.20585116858387892,&quot;y&quot;:0.2058511685838789}},&quot;image&quot;:{&quot;url&quot;:&quot;https://icons.cdn.biorender.com/biorender/62d1aba719645e0028e73789/62d1ab4019645e0028e73770.png&quot;,&quot;isPremium&quot;:false,&quot;isOrgIcon&quot;:false,&quot;size&quot;:{&quot;x&quot;:150,&quot;y&quot;:119.76047904191616},&quot;fallbackUrl&quot;:&quot;sources/icons/62d1aba719645e0028e73789/62d1ab4019645e0028e73770.svg&quot;},&quot;source&quot;:{&quot;id&quot;:&quot;62d1ab4019645e0028e73770&quot;,&quot;version&quot;:&quot;20220715180136&quot;,&quot;type&quot;:&quot;ASSETS&quot;},&quot;isPremium&quot;:false,&quot;parent&quot;:{&quot;type&quot;:&quot;CHILD&quot;,&quot;parentId&quot;:&quot;400faf14-4792-494f-a4cf-e1154bba71af&quot;,&quot;order&quot;:&quot;35&quot;}},&quot;e6cca329-4cde-4350-b6ee-21d0a28edebf&quot;:{&quot;id&quot;:&quot;e6cca329-4cde-4350-b6ee-21d0a28edebf&quot;,&quot;name&quot;:&quot;Pill&quot;,&quot;displayName&quot;:&quot;&quot;,&quot;type&quot;:&quot;FIGURE_OBJECT&quot;,&quot;relativeTransform&quot;:{&quot;translate&quot;:{&quot;x&quot;:-259.64273494036615,&quot;y&quot;:-33.38845777242558},&quot;rotate&quot;:-0.5096239242775801,&quot;skewX&quot;:9.032198918625954e-16,&quot;scale&quot;:{&quot;x&quot;:0.2555393816903326,&quot;y&quot;:0.2555393816903324}},&quot;image&quot;:{&quot;url&quot;:&quot;https://icons.cdn.biorender.com/biorender/5b9ffc15ea6f7814001db3d9/5a4d1669a3625100144d1491.png&quot;,&quot;isPremium&quot;:false,&quot;isOrgIcon&quot;:false,&quot;size&quot;:{&quot;x&quot;:100,&quot;y&quot;:38.32116788321168},&quot;fallbackUrl&quot;:&quot;sources/icons/5b9ffc15ea6f7814001db3d9/5a4d1669a3625100144d1491.svg&quot;},&quot;source&quot;:{&quot;id&quot;:&quot;5a4d1669a3625100144d1491&quot;,&quot;version&quot;:&quot;20180917191007&quot;,&quot;type&quot;:&quot;ASSETS&quot;},&quot;isPremium&quot;:false,&quot;parent&quot;:{&quot;type&quot;:&quot;CHILD&quot;,&quot;parentId&quot;:&quot;400faf14-4792-494f-a4cf-e1154bba71af&quot;,&quot;order&quot;:&quot;37&quot;}},&quot;7272d85b-41b7-41b2-82bc-f064fcd7767b&quot;:{&quot;relativeTransform&quot;:{&quot;translate&quot;:{&quot;x&quot;:-240.2888009508046,&quot;y&quot;:148.64146142204194},&quot;rotate&quot;:0,&quot;skewX&quot;:0,&quot;scale&quot;:{&quot;x&quot;:1,&quot;y&quot;:1}},&quot;type&quot;:&quot;FIGURE_OBJECT&quot;,&quot;id&quot;:&quot;7272d85b-41b7-41b2-82bc-f064fcd7767b&quot;,&quot;parent&quot;:{&quot;type&quot;:&quot;CHILD&quot;,&quot;parentId&quot;:&quot;400faf14-4792-494f-a4cf-e1154bba71af&quot;,&quot;order&quot;:&quot;4&quot;},&quot;name&quot;:&quot;Cytokines (3)&quot;,&quot;displayName&quot;:&quot;Cytokines (3)&quot;,&quot;source&quot;:{&quot;id&quot;:&quot;60dcd0e496d43700a9d0376f&quot;,&quot;type&quot;:&quot;ASSETS&quot;},&quot;isPremium&quot;:true},&quot;a4db917a-d411-4a73-a6e8-db43f3ff0297&quot;:{&quot;type&quot;:&quot;FIGURE_OBJECT&quot;,&quot;id&quot;:&quot;a4db917a-d411-4a73-a6e8-db43f3ff0297&quot;,&quot;name&quot;:&quot;Sphere&quot;,&quot;relativeTransform&quot;:{&quot;translate&quot;:{&quot;x&quot;:-16.615255413184144,&quot;y&quot;:-154.70704058696833},&quot;rotate&quot;:0.2548662431678557,&quot;skewX&quot;:-2.7005994040608036e-16,&quot;scale&quot;:{&quot;x&quot;:0.06940898217234664,&quot;y&quot;:0.0694089821723466}},&quot;opacity&quot;:0.71,&quot;image&quot;:{&quot;url&quot;:&quot;https://icons.cdn.biorender.com/biorender/5f4529c2929bce0028c9f877/5b8847989629ce1400901caa.png&quot;,&quot;fallbackUrl&quot;:&quot;sources/icons/5f4529c2929bce0028c9f877/5b8847989629ce1400901caa.sv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7272d85b-41b7-41b2-82bc-f064fcd7767b&quot;,&quot;order&quot;:&quot;2&quot;}},&quot;dc2dc285-8382-42c2-9d0e-282366faf6e2&quot;:{&quot;type&quot;:&quot;FIGURE_OBJECT&quot;,&quot;id&quot;:&quot;dc2dc285-8382-42c2-9d0e-282366faf6e2&quot;,&quot;name&quot;:&quot;Sphere&quot;,&quot;relativeTransform&quot;:{&quot;translate&quot;:{&quot;x&quot;:-33.992831701413806,&quot;y&quot;:-153.9068384175773},&quot;rotate&quot;:0.5322646514525122,&quot;skewX&quot;:-5.366772561256551e-16,&quot;scale&quot;:{&quot;x&quot;:0.06963124527380074,&quot;y&quot;:0.06963124527380064}},&quot;opacity&quot;:1,&quot;image&quot;:{&quot;url&quot;:&quot;https://icons.cdn.biorender.com/biorender/5f4529c2929bce0028c9f877/5b8847989629ce1400901caa.png&quot;,&quot;fallbackUrl&quot;:&quot;sources/icons/5f4529c2929bce0028c9f877/5b8847989629ce1400901caa.sv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7272d85b-41b7-41b2-82bc-f064fcd7767b&quot;,&quot;order&quot;:&quot;5&quot;}},&quot;aef645d4-6abd-4bbe-a2c3-1cb3a7d11b21&quot;:{&quot;type&quot;:&quot;FIGURE_OBJECT&quot;,&quot;id&quot;:&quot;aef645d4-6abd-4bbe-a2c3-1cb3a7d11b21&quot;,&quot;name&quot;:&quot;Sphere&quot;,&quot;relativeTransform&quot;:{&quot;translate&quot;:{&quot;x&quot;:-25.452735527185705,&quot;y&quot;:-141.53394626067495},&quot;rotate&quot;:2.4492935982947064e-16,&quot;skewX&quot;:0,&quot;scale&quot;:{&quot;x&quot;:0.06963124527380067,&quot;y&quot;:0.06963124527380064}},&quot;opacity&quot;:1,&quot;image&quot;:{&quot;url&quot;:&quot;https://icons.cdn.biorender.com/biorender/5f4529c2929bce0028c9f877/5b8847989629ce1400901caa.png&quot;,&quot;fallbackUrl&quot;:&quot;sources/icons/5f4529c2929bce0028c9f877/5b8847989629ce1400901caa.svg&quot;,&quot;size&quot;:{&quot;x&quot;:150,&quot;y&quot;:150},&quot;isPremium&quot;:false,&quot;isPacked&quot;:true},&quot;source&quot;:{&quot;id&quot;:&quot;5b8847989629ce1400901caa&quot;,&quot;type&quot;:&quot;ASSETS&quot;},&quot;pathStyles&quot;:[{&quot;type&quot;:&quot;FILL&quot;,&quot;fillStyle&quot;:&quot;rgb(0,0,0)&quot;}],&quot;isLocked&quot;:false,&quot;parent&quot;:{&quot;type&quot;:&quot;CHILD&quot;,&quot;parentId&quot;:&quot;7272d85b-41b7-41b2-82bc-f064fcd7767b&quot;,&quot;order&quot;:&quot;7&quot;}},&quot;6fd34639-2518-4cfc-bcc3-61e2345b452a&quot;:{&quot;id&quot;:&quot;6fd34639-2518-4cfc-bcc3-61e2345b452a&quot;,&quot;name&quot;:&quot;image.png&quot;,&quot;type&quot;:&quot;FIGURE_OBJECT&quot;,&quot;relativeTransform&quot;:{&quot;translate&quot;:{&quot;x&quot;:25.83359978778489,&quot;y&quot;:-134.16453870951602},&quot;rotate&quot;:0,&quot;skewX&quot;:0,&quot;scale&quot;:{&quot;x&quot;:0.36974309625015633,&quot;y&quot;:0.5110787633806649}},&quot;image&quot;:{&quot;url&quot;:&quot;https://core.services.biorender.com/api/uploads/noredirect/69be595eaa230224562db466/1774082398894_b5022eb1-d58c-4ab9-be2b-35bd833f480c_icon.png&quot;,&quot;isPremium&quot;:false,&quot;isSignedURL&quot;:true,&quot;size&quot;:{&quot;x&quot;:300,&quot;y&quot;:224.46916076845298}},&quot;source&quot;:{&quot;id&quot;:&quot;69be595eaa230224562db466&quot;,&quot;type&quot;:&quot;UPLOADS&quot;},&quot;isPremium&quot;:false,&quot;parent&quot;:{&quot;type&quot;:&quot;CHILD&quot;,&quot;parentId&quot;:&quot;400faf14-4792-494f-a4cf-e1154bba71af&quot;,&quot;order&quot;:&quot;42&quot;}},&quot;0feafd8c-c1af-42b9-8f5e-008a2a455d8d&quot;:{&quot;type&quot;:&quot;FIGURE_OBJECT&quot;,&quot;id&quot;:&quot;0feafd8c-c1af-42b9-8f5e-008a2a455d8d&quot;,&quot;relativeTransform&quot;:{&quot;translate&quot;:{&quot;x&quot;:25.833699730277914,&quot;y&quot;:-134.16541076883433},&quot;rotate&quot;:0,&quot;skewX&quot;:0,&quot;scale&quot;:{&quot;x&quot;:1,&quot;y&quot;:1}},&quot;opacity&quot;:1,&quot;path&quot;:{&quot;type&quot;:&quot;RECT&quot;,&quot;size&quot;:{&quot;x&quot;:67.45700730397948,&quot;y&quot;:46.85455579077491},&quot;cornerRounding&quot;:{&quot;type&quot;:&quot;ARC_LENGTH&quot;,&quot;global&quot;:0}},&quot;pathStyles&quot;:[{&quot;type&quot;:&quot;FILL&quot;,&quot;fillStyle&quot;:&quot;rgb(245, 245, 245)&quot;},{&quot;type&quot;:&quot;STROKE&quot;,&quot;strokeStyle&quot;:&quot;rgba(23,23,23,1)&quot;,&quot;lineWidth&quot;:1.0647474237097185,&quot;lineJoin&quot;:&quot;round&quot;}],&quot;isLocked&quot;:false,&quot;parent&quot;:{&quot;type&quot;:&quot;CHILD&quot;,&quot;parentId&quot;:&quot;400faf14-4792-494f-a4cf-e1154bba71af&quot;,&quot;order&quot;:&quot;45&quot;},&quot;layout&quot;:{&quot;sizeRatio&quot;:{&quot;x&quot;:0.88,&quot;y&quot;:0.88},&quot;keepAspectRatio&quot;:false}},&quot;31f64c97-7f38-4029-9f02-cc0c19bb59d8&quot;:{&quot;id&quot;:&quot;31f64c97-7f38-4029-9f02-cc0c19bb59d8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0.575092752844895,&quot;color&quot;:&quot;black&quot;,&quot;fontWeight&quot;:&quot;normal&quot;,&quot;fontStyle&quot;:&quot;normal&quot;,&quot;decoration&quot;:&quot;none&quot;,&quot;script&quot;:&quot;none&quot;}}]},&quot;format&quot;:&quot;BETTER_TEXT&quot;,&quot;size&quot;:{&quot;x&quot;:59.36216642750194,&quot;y&quot;:12.440212073008109},&quot;targetSize&quot;:{&quot;x&quot;:59.36216642750194,&quot;y&quot;:2}},&quot;parent&quot;:{&quot;type&quot;:&quot;CHILD&quot;,&quot;parentId&quot;:&quot;0feafd8c-c1af-42b9-8f5e-008a2a455d8d&quot;,&quot;order&quot;:&quot;5&quot;}},&quot;2f71ffea-5e7a-492d-86ad-de6aab9d535f&quot;:{&quot;relativeTransform&quot;:{&quot;translate&quot;:{&quot;x&quot;:212.4864002751973,&quot;y&quot;:-108.68134835454003},&quot;rotate&quot;:0,&quot;skewX&quot;:0,&quot;scale&quot;:{&quot;x&quot;:1,&quot;y&quot;:1}},&quot;type&quot;:&quot;FIGURE_OBJECT&quot;,&quot;id&quot;:&quot;2f71ffea-5e7a-492d-86ad-de6aab9d535f&quot;,&quot;parent&quot;:{&quot;type&quot;:&quot;CHILD&quot;,&quot;parentId&quot;:&quot;400faf14-4792-494f-a4cf-e1154bba71af&quot;,&quot;order&quot;:&quot;47&quot;},&quot;name&quot;:&quot;Gaussian noise&quot;,&quot;displayName&quot;:&quot;Gaussian noise&quot;,&quot;source&quot;:{&quot;id&quot;:&quot;67f566c3d0dc0d49eb2083ce&quot;,&quot;type&quot;:&quot;ASSETS&quot;},&quot;isPremium&quot;:true},&quot;b04298c4-c329-4a5e-99b1-365ce4d70755&quot;:{&quot;type&quot;:&quot;FIGURE_OBJECT&quot;,&quot;id&quot;:&quot;b04298c4-c329-4a5e-99b1-365ce4d70755&quot;,&quot;parent&quot;:{&quot;type&quot;:&quot;CHILD&quot;,&quot;parentId&quot;:&quot;2f71ffea-5e7a-492d-86ad-de6aab9d535f&quot;,&quot;order&quot;:&quot;2&quot;},&quot;relativeTransform&quot;:{&quot;translate&quot;:{&quot;x&quot;:-146.69911435439053,&quot;y&quot;:-24.13035024115682},&quot;rotate&quot;:0},&quot;opacity&quot;:0.7},&quot;c0e79439-c7a0-49a3-929c-a73567377b84&quot;:{&quot;type&quot;:&quot;FIGURE_OBJECT&quot;,&quot;id&quot;:&quot;c0e79439-c7a0-49a3-929c-a73567377b84&quot;,&quot;relativeTransform&quot;:{&quot;translate&quot;:{&quot;x&quot;:-40.146385501066185,&quot;y&quot;:-2.0304934212911503},&quot;rotate&quot;:2.3260193256749565e-16,&quot;skewX&quot;:1.494036276323733e-15},&quot;opacity&quot;:1,&quot;path&quot;:{&quot;type&quot;:&quot;RECT&quot;,&quot;size&quot;:{&quot;x&quot;:-2.553111097848228,&quot;y&quot;:36.368387733723836},&quot;cornerRounding&quot;:{&quot;type&quot;:&quot;ARC_LENGTH&quot;,&quot;global&quot;:0}},&quot;pathStyles&quot;:[{&quot;type&quot;:&quot;FILL&quot;,&quot;fillStyle&quot;:&quot;rgba(124, 124, 124, 1)&quot;},{&quot;type&quot;:&quot;STROKE&quot;,&quot;strokeStyle&quot;:&quot;rgba(27, 27, 27, 1)&quot;,&quot;lineWidth&quot;:0.09275363541043144,&quot;lineJoin&quot;:&quot;round&quot;}],&quot;isLocked&quot;:false,&quot;parent&quot;:{&quot;type&quot;:&quot;CHILD&quot;,&quot;parentId&quot;:&quot;b04298c4-c329-4a5e-99b1-365ce4d70755&quot;,&quot;order&quot;:&quot;05&quot;}},&quot;d0070ffd-5a91-4d95-bc64-e37eb990655a&quot;:{&quot;type&quot;:&quot;FIGURE_OBJECT&quot;,&quot;id&quot;:&quot;d0070ffd-5a91-4d95-bc64-e37eb990655a&quot;,&quot;relativeTransform&quot;:{&quot;translate&quot;:{&quot;x&quot;:-35.04543636143879,&quot;y&quot;:6.691000098080709},&quot;rotate&quot;:1.210415157388079e-16,&quot;skewX&quot;:1.3473824620042029e-15},&quot;opacity&quot;:1,&quot;path&quot;:{&quot;type&quot;:&quot;RECT&quot;,&quot;size&quot;:{&quot;x&quot;:-2.553111097848228,&quot;y&quot;:18.925400694980127},&quot;cornerRounding&quot;:{&quot;type&quot;:&quot;ARC_LENGTH&quot;,&quot;global&quot;:0}},&quot;pathStyles&quot;:[{&quot;type&quot;:&quot;FILL&quot;,&quot;fillStyle&quot;:&quot;rgba(124, 124, 124, 1)&quot;},{&quot;type&quot;:&quot;STROKE&quot;,&quot;strokeStyle&quot;:&quot;rgba(27, 27, 27, 1)&quot;,&quot;lineWidth&quot;:0.09275363541043144,&quot;lineJoin&quot;:&quot;round&quot;}],&quot;isLocked&quot;:false,&quot;parent&quot;:{&quot;type&quot;:&quot;CHILD&quot;,&quot;parentId&quot;:&quot;b04298c4-c329-4a5e-99b1-365ce4d70755&quot;,&quot;order&quot;:&quot;1&quot;}},&quot;870de44f-d66f-48b2-9137-537634d2b5b9&quot;:{&quot;type&quot;:&quot;FIGURE_OBJECT&quot;,&quot;id&quot;:&quot;870de44f-d66f-48b2-9137-537634d2b5b9&quot;,&quot;relativeTransform&quot;:{&quot;translate&quot;:{&quot;x&quot;:-37.58865216989949,&quot;y&quot;:1.305494483031736},&quot;rotate&quot;:1.8992986036849849e-16,&quot;skewX&quot;:1.4224416370491693e-15},&quot;opacity&quot;:1,&quot;path&quot;:{&quot;type&quot;:&quot;RECT&quot;,&quot;size&quot;:{&quot;x&quot;:-2.553111097848228,&quot;y&quot;:29.696411925078078},&quot;cornerRounding&quot;:{&quot;type&quot;:&quot;ARC_LENGTH&quot;,&quot;global&quot;:0}},&quot;pathStyles&quot;:[{&quot;type&quot;:&quot;FILL&quot;,&quot;fillStyle&quot;:&quot;rgba(124, 124, 124, 1)&quot;},{&quot;type&quot;:&quot;STROKE&quot;,&quot;strokeStyle&quot;:&quot;rgba(27, 27, 27, 1)&quot;,&quot;lineWidth&quot;:0.09275363541043144,&quot;lineJoin&quot;:&quot;round&quot;}],&quot;isLocked&quot;:false,&quot;parent&quot;:{&quot;type&quot;:&quot;CHILD&quot;,&quot;parentId&quot;:&quot;b04298c4-c329-4a5e-99b1-365ce4d70755&quot;,&quot;order&quot;:&quot;2&quot;}},&quot;26af8f36-4e25-4f2d-b189-8394f68ed0cb&quot;:{&quot;type&quot;:&quot;FIGURE_OBJECT&quot;,&quot;id&quot;:&quot;26af8f36-4e25-4f2d-b189-8394f68ed0cb&quot;,&quot;relativeTransform&quot;:{&quot;translate&quot;:{&quot;x&quot;:-29.96783255572447,&quot;y&quot;:13.567905480867713},&quot;rotate&quot;:3.3076028028347566e-17,&quot;skewX&quot;:1.2176782520483387e-15},&quot;opacity&quot;:1,&quot;path&quot;:{&quot;type&quot;:&quot;RECT&quot;,&quot;size&quot;:{&quot;x&quot;:-2.553111097848228,&quot;y&quot;:5.17158992940612},&quot;cornerRounding&quot;:{&quot;type&quot;:&quot;ARC_LENGTH&quot;,&quot;global&quot;:0}},&quot;pathStyles&quot;:[{&quot;type&quot;:&quot;FILL&quot;,&quot;fillStyle&quot;:&quot;rgba(124, 124, 124, 1)&quot;},{&quot;type&quot;:&quot;STROKE&quot;,&quot;strokeStyle&quot;:&quot;rgba(27, 27, 27, 1)&quot;,&quot;lineWidth&quot;:0.09275363541043144,&quot;lineJoin&quot;:&quot;round&quot;}],&quot;isLocked&quot;:false,&quot;parent&quot;:{&quot;type&quot;:&quot;CHILD&quot;,&quot;parentId&quot;:&quot;b04298c4-c329-4a5e-99b1-365ce4d70755&quot;,&quot;order&quot;:&quot;3&quot;}},&quot;14f4cbc8-21ce-4b5a-a972-72f17a18bd03&quot;:{&quot;type&quot;:&quot;FIGURE_OBJECT&quot;,&quot;id&quot;:&quot;14f4cbc8-21ce-4b5a-a972-72f17a18bd03&quot;,&quot;relativeTransform&quot;:{&quot;translate&quot;:{&quot;x&quot;:-32.51475644901457,&quot;y&quot;:11.105632721176516},&quot;rotate&quot;:6.457374565769989e-17,&quot;skewX&quot;:1.301682687900458e-15},&quot;opacity&quot;:1,&quot;path&quot;:{&quot;type&quot;:&quot;RECT&quot;,&quot;size&quot;:{&quot;x&quot;:-2.553111097848228,&quot;y&quot;:10.09640372964929},&quot;cornerRounding&quot;:{&quot;type&quot;:&quot;ARC_LENGTH&quot;,&quot;global&quot;:0}},&quot;pathStyles&quot;:[{&quot;type&quot;:&quot;FILL&quot;,&quot;fillStyle&quot;:&quot;rgba(124, 124, 124, 1)&quot;},{&quot;type&quot;:&quot;STROKE&quot;,&quot;strokeStyle&quot;:&quot;rgba(27, 27, 27, 1)&quot;,&quot;lineWidth&quot;:0.09275363541043144,&quot;lineJoin&quot;:&quot;round&quot;}],&quot;isLocked&quot;:false,&quot;parent&quot;:{&quot;type&quot;:&quot;CHILD&quot;,&quot;parentId&quot;:&quot;b04298c4-c329-4a5e-99b1-365ce4d70755&quot;,&quot;order&quot;:&quot;5&quot;}},&quot;14414f30-c10e-4900-8355-b91179bf2b55&quot;:{&quot;type&quot;:&quot;FIGURE_OBJECT&quot;,&quot;id&quot;:&quot;14414f30-c10e-4900-8355-b91179bf2b55&quot;,&quot;relativeTransform&quot;:{&quot;translate&quot;:{&quot;x&quot;:-27.43240464578347,&quot;y&quot;:14.6995949195019},&quot;rotate&quot;:1.8600096215266773e-17,&quot;skewX&quot;:1.196623793223844e-15},&quot;opacity&quot;:1,&quot;path&quot;:{&quot;type&quot;:&quot;RECT&quot;,&quot;size&quot;:{&quot;x&quot;:-2.553111097848228,&quot;y&quot;:2.908211052137754},&quot;cornerRounding&quot;:{&quot;type&quot;:&quot;ARC_LENGTH&quot;,&quot;global&quot;:0}},&quot;pathStyles&quot;:[{&quot;type&quot;:&quot;FILL&quot;,&quot;fillStyle&quot;:&quot;rgba(124, 124, 124, 1)&quot;},{&quot;type&quot;:&quot;STROKE&quot;,&quot;strokeStyle&quot;:&quot;rgba(27, 27, 27, 1)&quot;,&quot;lineWidth&quot;:0.09275363541043144,&quot;lineJoin&quot;:&quot;round&quot;}],&quot;isLocked&quot;:false,&quot;parent&quot;:{&quot;type&quot;:&quot;CHILD&quot;,&quot;parentId&quot;:&quot;b04298c4-c329-4a5e-99b1-365ce4d70755&quot;,&quot;order&quot;:&quot;55&quot;}},&quot;af23045c-aedc-45e8-b001-6845a7928c8b&quot;:{&quot;type&quot;:&quot;FIGURE_OBJECT&quot;,&quot;id&quot;:&quot;af23045c-aedc-45e8-b001-6845a7928c8b&quot;,&quot;relativeTransform&quot;:{&quot;translate&quot;:{&quot;x&quot;:-24.896968284744087,&quot;y&quot;:15.453284271810437},&quot;rotate&quot;:8.95932790922782e-18,&quot;skewX&quot;:1.188235858721105e-15},&quot;opacity&quot;:1,&quot;path&quot;:{&quot;type&quot;:&quot;RECT&quot;,&quot;size&quot;:{&quot;x&quot;:-2.553111097848228,&quot;y&quot;:1.400832347520675},&quot;cornerRounding&quot;:{&quot;type&quot;:&quot;ARC_LENGTH&quot;,&quot;global&quot;:0}},&quot;pathStyles&quot;:[{&quot;type&quot;:&quot;FILL&quot;,&quot;fillStyle&quot;:&quot;rgba(124, 124, 124, 1)&quot;},{&quot;type&quot;:&quot;STROKE&quot;,&quot;strokeStyle&quot;:&quot;rgba(27, 27, 27, 1)&quot;,&quot;lineWidth&quot;:0.09275363541043144,&quot;lineJoin&quot;:&quot;round&quot;}],&quot;isLocked&quot;:false,&quot;parent&quot;:{&quot;type&quot;:&quot;CHILD&quot;,&quot;parentId&quot;:&quot;b04298c4-c329-4a5e-99b1-365ce4d70755&quot;,&quot;order&quot;:&quot;6&quot;}},&quot;aea2866d-a775-40b8-a613-cd8da3f4f9c2&quot;:{&quot;type&quot;:&quot;FIGURE_OBJECT&quot;,&quot;id&quot;:&quot;aea2866d-a775-40b8-a613-cd8da3f4f9c2&quot;,&quot;relativeTransform&quot;:{&quot;translate&quot;:{&quot;x&quot;:-22.36129838079212,&quot;y&quot;:15.950605225580107},&quot;rotate&quot;:2.59625048913541e-18,&quot;skewX&quot;:1.1785667937673257e-15},&quot;opacity&quot;:1,&quot;path&quot;:{&quot;type&quot;:&quot;RECT&quot;,&quot;size&quot;:{&quot;x&quot;:-2.553111097848228,&quot;y&quot;:0.4059357693227587},&quot;cornerRounding&quot;:{&quot;type&quot;:&quot;ARC_LENGTH&quot;,&quot;global&quot;:0}},&quot;pathStyles&quot;:[{&quot;type&quot;:&quot;FILL&quot;,&quot;fillStyle&quot;:&quot;rgba(124, 124, 124, 1)&quot;},{&quot;type&quot;:&quot;STROKE&quot;,&quot;strokeStyle&quot;:&quot;rgba(27, 27, 27, 1)&quot;,&quot;lineWidth&quot;:0.09275363541043144,&quot;lineJoin&quot;:&quot;round&quot;}],&quot;isLocked&quot;:false,&quot;parent&quot;:{&quot;type&quot;:&quot;CHILD&quot;,&quot;parentId&quot;:&quot;b04298c4-c329-4a5e-99b1-365ce4d70755&quot;,&quot;order&quot;:&quot;7&quot;}},&quot;faeb03a2-5267-418e-ba79-d16b91b0028d&quot;:{&quot;type&quot;:&quot;FIGURE_OBJECT&quot;,&quot;id&quot;:&quot;faeb03a2-5267-418e-ba79-d16b91b0028d&quot;,&quot;relativeTransform&quot;:{&quot;translate&quot;:{&quot;x&quot;:-19.83051906364994,&quot;y&quot;:16.082765404375312},&quot;rotate&quot;:9.057321619936426e-19,&quot;skewX&quot;:1.1758524298448675e-15},&quot;opacity&quot;:1,&quot;path&quot;:{&quot;type&quot;:&quot;RECT&quot;,&quot;size&quot;:{&quot;x&quot;:-2.553111097848228,&quot;y&quot;:0.14161541173236106},&quot;cornerRounding&quot;:{&quot;type&quot;:&quot;ARC_LENGTH&quot;,&quot;global&quot;:0}},&quot;pathStyles&quot;:[{&quot;type&quot;:&quot;FILL&quot;,&quot;fillStyle&quot;:&quot;rgba(124, 124, 124, 1)&quot;},{&quot;type&quot;:&quot;STROKE&quot;,&quot;strokeStyle&quot;:&quot;rgba(27, 27, 27, 1)&quot;,&quot;lineWidth&quot;:0.09275363541043144,&quot;lineJoin&quot;:&quot;round&quot;}],&quot;isLocked&quot;:false,&quot;parent&quot;:{&quot;type&quot;:&quot;CHILD&quot;,&quot;parentId&quot;:&quot;b04298c4-c329-4a5e-99b1-365ce4d70755&quot;,&quot;order&quot;:&quot;8&quot;}},&quot;b4a3b2e1-8a89-4f3a-b6e3-57a0bb811a2d&quot;:{&quot;type&quot;:&quot;FIGURE_OBJECT&quot;,&quot;id&quot;:&quot;b4a3b2e1-8a89-4f3a-b6e3-57a0bb811a2d&quot;,&quot;relativeTransform&quot;:{&quot;translate&quot;:{&quot;x&quot;:-45.242679361593495,&quot;y&quot;:6.69082388450898},&quot;rotate&quot;:-2.4492935982947064e-16,&quot;skewX&quot;:-1.3473824620042017e-15},&quot;opacity&quot;:1,&quot;path&quot;:{&quot;type&quot;:&quot;RECT&quot;,&quot;size&quot;:{&quot;x&quot;:2.553111097848228,&quot;y&quot;:18.925400694980127},&quot;cornerRounding&quot;:{&quot;type&quot;:&quot;ARC_LENGTH&quot;,&quot;global&quot;:0}},&quot;pathStyles&quot;:[{&quot;type&quot;:&quot;FILL&quot;,&quot;fillStyle&quot;:&quot;rgba(124, 124, 124, 1)&quot;},{&quot;type&quot;:&quot;STROKE&quot;,&quot;strokeStyle&quot;:&quot;rgba(27, 27, 27, 1)&quot;,&quot;lineWidth&quot;:0.09275363541043144,&quot;lineJoin&quot;:&quot;round&quot;}],&quot;isLocked&quot;:false,&quot;parent&quot;:{&quot;type&quot;:&quot;CHILD&quot;,&quot;parentId&quot;:&quot;b04298c4-c329-4a5e-99b1-365ce4d70755&quot;,&quot;order&quot;:&quot;81&quot;}},&quot;abde89af-4f8e-4d8f-ac6c-debb83236023&quot;:{&quot;type&quot;:&quot;FIGURE_OBJECT&quot;,&quot;id&quot;:&quot;abde89af-4f8e-4d8f-ac6c-debb83236023&quot;,&quot;relativeTransform&quot;:{&quot;translate&quot;:{&quot;x&quot;:-42.69946355313281,&quot;y&quot;:1.3053182694600078},&quot;rotate&quot;:-2.4492935982947064e-16,&quot;skewX&quot;:-1.4224416370491691e-15},&quot;opacity&quot;:1,&quot;path&quot;:{&quot;type&quot;:&quot;RECT&quot;,&quot;size&quot;:{&quot;x&quot;:2.553111097848228,&quot;y&quot;:29.696411925078078},&quot;cornerRounding&quot;:{&quot;type&quot;:&quot;ARC_LENGTH&quot;,&quot;global&quot;:0}},&quot;pathStyles&quot;:[{&quot;type&quot;:&quot;FILL&quot;,&quot;fillStyle&quot;:&quot;rgba(124, 124, 124, 1)&quot;},{&quot;type&quot;:&quot;STROKE&quot;,&quot;strokeStyle&quot;:&quot;rgba(27, 27, 27, 1)&quot;,&quot;lineWidth&quot;:0.09275363541043144,&quot;lineJoin&quot;:&quot;round&quot;}],&quot;isLocked&quot;:false,&quot;parent&quot;:{&quot;type&quot;:&quot;CHILD&quot;,&quot;parentId&quot;:&quot;b04298c4-c329-4a5e-99b1-365ce4d70755&quot;,&quot;order&quot;:&quot;82&quot;}},&quot;9413fc22-0bb8-491b-9c8a-62b7ef1083db&quot;:{&quot;type&quot;:&quot;FIGURE_OBJECT&quot;,&quot;id&quot;:&quot;9413fc22-0bb8-491b-9c8a-62b7ef1083db&quot;,&quot;relativeTransform&quot;:{&quot;translate&quot;:{&quot;x&quot;:-50.32028316730782,&quot;y&quot;:13.567729267295986},&quot;rotate&quot;:-2.4492935982947064e-16,&quot;skewX&quot;:-1.2176782520483381e-15},&quot;opacity&quot;:1,&quot;path&quot;:{&quot;type&quot;:&quot;RECT&quot;,&quot;size&quot;:{&quot;x&quot;:2.553111097848228,&quot;y&quot;:5.17158992940612},&quot;cornerRounding&quot;:{&quot;type&quot;:&quot;ARC_LENGTH&quot;,&quot;global&quot;:0}},&quot;pathStyles&quot;:[{&quot;type&quot;:&quot;FILL&quot;,&quot;fillStyle&quot;:&quot;rgba(124, 124, 124, 1)&quot;},{&quot;type&quot;:&quot;STROKE&quot;,&quot;strokeStyle&quot;:&quot;rgba(27, 27, 27, 1)&quot;,&quot;lineWidth&quot;:0.09275363541043144,&quot;lineJoin&quot;:&quot;round&quot;}],&quot;isLocked&quot;:false,&quot;parent&quot;:{&quot;type&quot;:&quot;CHILD&quot;,&quot;parentId&quot;:&quot;b04298c4-c329-4a5e-99b1-365ce4d70755&quot;,&quot;order&quot;:&quot;85&quot;}},&quot;f889b499-564d-4b6f-bd49-d571356fff37&quot;:{&quot;type&quot;:&quot;FIGURE_OBJECT&quot;,&quot;id&quot;:&quot;f889b499-564d-4b6f-bd49-d571356fff37&quot;,&quot;relativeTransform&quot;:{&quot;translate&quot;:{&quot;x&quot;:-47.77335927401771,&quot;y&quot;:11.105456507604785},&quot;rotate&quot;:-2.4492935982947064e-16,&quot;skewX&quot;:-1.301682687900457e-15},&quot;opacity&quot;:1,&quot;path&quot;:{&quot;type&quot;:&quot;RECT&quot;,&quot;size&quot;:{&quot;x&quot;:2.553111097848228,&quot;y&quot;:10.09640372964929},&quot;cornerRounding&quot;:{&quot;type&quot;:&quot;ARC_LENGTH&quot;,&quot;global&quot;:0}},&quot;pathStyles&quot;:[{&quot;type&quot;:&quot;FILL&quot;,&quot;fillStyle&quot;:&quot;rgba(124, 124, 124, 1)&quot;},{&quot;type&quot;:&quot;STROKE&quot;,&quot;strokeStyle&quot;:&quot;rgba(27, 27, 27, 1)&quot;,&quot;lineWidth&quot;:0.09275363541043144,&quot;lineJoin&quot;:&quot;round&quot;}],&quot;isLocked&quot;:false,&quot;parent&quot;:{&quot;type&quot;:&quot;CHILD&quot;,&quot;parentId&quot;:&quot;b04298c4-c329-4a5e-99b1-365ce4d70755&quot;,&quot;order&quot;:&quot;87&quot;}},&quot;f801adaa-7b58-4909-a06e-0a767897a319&quot;:{&quot;type&quot;:&quot;FIGURE_OBJECT&quot;,&quot;id&quot;:&quot;f801adaa-7b58-4909-a06e-0a767897a319&quot;,&quot;relativeTransform&quot;:{&quot;translate&quot;:{&quot;x&quot;:-52.855711077248806,&quot;y&quot;:14.699418705930169},&quot;rotate&quot;:-2.4492935982947064e-16,&quot;skewX&quot;:-1.1966237932238434e-15},&quot;opacity&quot;:1,&quot;path&quot;:{&quot;type&quot;:&quot;RECT&quot;,&quot;size&quot;:{&quot;x&quot;:2.553111097848228,&quot;y&quot;:2.908211052137754},&quot;cornerRounding&quot;:{&quot;type&quot;:&quot;ARC_LENGTH&quot;,&quot;global&quot;:0}},&quot;pathStyles&quot;:[{&quot;type&quot;:&quot;FILL&quot;,&quot;fillStyle&quot;:&quot;rgba(124, 124, 124, 1)&quot;},{&quot;type&quot;:&quot;STROKE&quot;,&quot;strokeStyle&quot;:&quot;rgba(27, 27, 27, 1)&quot;,&quot;lineWidth&quot;:0.09275363541043144,&quot;lineJoin&quot;:&quot;round&quot;}],&quot;isLocked&quot;:false,&quot;parent&quot;:{&quot;type&quot;:&quot;CHILD&quot;,&quot;parentId&quot;:&quot;b04298c4-c329-4a5e-99b1-365ce4d70755&quot;,&quot;order&quot;:&quot;9&quot;}},&quot;998232a2-2d04-4f29-8b45-6e1a62c9198a&quot;:{&quot;type&quot;:&quot;FIGURE_OBJECT&quot;,&quot;id&quot;:&quot;998232a2-2d04-4f29-8b45-6e1a62c9198a&quot;,&quot;relativeTransform&quot;:{&quot;translate&quot;:{&quot;x&quot;:-55.391147438288215,&quot;y&quot;:15.45310805823871},&quot;rotate&quot;:-2.4492935982947064e-16,&quot;skewX&quot;:-1.1882358587211053e-15},&quot;opacity&quot;:1,&quot;path&quot;:{&quot;type&quot;:&quot;RECT&quot;,&quot;size&quot;:{&quot;x&quot;:2.553111097848228,&quot;y&quot;:1.400832347520675},&quot;cornerRounding&quot;:{&quot;type&quot;:&quot;ARC_LENGTH&quot;,&quot;global&quot;:0}},&quot;pathStyles&quot;:[{&quot;type&quot;:&quot;FILL&quot;,&quot;fillStyle&quot;:&quot;rgba(124, 124, 124, 1)&quot;},{&quot;type&quot;:&quot;STROKE&quot;,&quot;strokeStyle&quot;:&quot;rgba(27, 27, 27, 1)&quot;,&quot;lineWidth&quot;:0.09275363541043144,&quot;lineJoin&quot;:&quot;round&quot;}],&quot;isLocked&quot;:false,&quot;parent&quot;:{&quot;type&quot;:&quot;CHILD&quot;,&quot;parentId&quot;:&quot;b04298c4-c329-4a5e-99b1-365ce4d70755&quot;,&quot;order&quot;:&quot;92&quot;}},&quot;c8ba57a8-a844-4d13-92e3-9109ce467438&quot;:{&quot;type&quot;:&quot;FIGURE_OBJECT&quot;,&quot;id&quot;:&quot;c8ba57a8-a844-4d13-92e3-9109ce467438&quot;,&quot;relativeTransform&quot;:{&quot;translate&quot;:{&quot;x&quot;:-57.926817342240184,&quot;y&quot;:15.950429012008382},&quot;rotate&quot;:-2.4492935982947064e-16,&quot;skewX&quot;:-1.178566793767324e-15},&quot;opacity&quot;:1,&quot;path&quot;:{&quot;type&quot;:&quot;RECT&quot;,&quot;size&quot;:{&quot;x&quot;:2.553111097848228,&quot;y&quot;:0.4059357693227587},&quot;cornerRounding&quot;:{&quot;type&quot;:&quot;ARC_LENGTH&quot;,&quot;global&quot;:0}},&quot;pathStyles&quot;:[{&quot;type&quot;:&quot;FILL&quot;,&quot;fillStyle&quot;:&quot;rgba(124, 124, 124, 1)&quot;},{&quot;type&quot;:&quot;STROKE&quot;,&quot;strokeStyle&quot;:&quot;rgba(27, 27, 27, 1)&quot;,&quot;lineWidth&quot;:0.09275363541043144,&quot;lineJoin&quot;:&quot;round&quot;}],&quot;isLocked&quot;:false,&quot;parent&quot;:{&quot;type&quot;:&quot;CHILD&quot;,&quot;parentId&quot;:&quot;b04298c4-c329-4a5e-99b1-365ce4d70755&quot;,&quot;order&quot;:&quot;95&quot;}},&quot;c508f9e0-c1a3-4f88-a594-ace93c8602a4&quot;:{&quot;type&quot;:&quot;FIGURE_OBJECT&quot;,&quot;id&quot;:&quot;c508f9e0-c1a3-4f88-a594-ace93c8602a4&quot;,&quot;relativeTransform&quot;:{&quot;translate&quot;:{&quot;x&quot;:-60.45759665938234,&quot;y&quot;:16.082589190803585},&quot;rotate&quot;:-2.4492935982947064e-16,&quot;skewX&quot;:-1.1758524298448667e-15},&quot;opacity&quot;:1,&quot;path&quot;:{&quot;type&quot;:&quot;RECT&quot;,&quot;size&quot;:{&quot;x&quot;:2.553111097848228,&quot;y&quot;:0.14161541173236106},&quot;cornerRounding&quot;:{&quot;type&quot;:&quot;ARC_LENGTH&quot;,&quot;global&quot;:0}},&quot;pathStyles&quot;:[{&quot;type&quot;:&quot;FILL&quot;,&quot;fillStyle&quot;:&quot;rgba(124, 124, 124, 1)&quot;},{&quot;type&quot;:&quot;STROKE&quot;,&quot;strokeStyle&quot;:&quot;rgba(27, 27, 27, 1)&quot;,&quot;lineWidth&quot;:0.09275363541043144,&quot;lineJoin&quot;:&quot;round&quot;}],&quot;isLocked&quot;:false,&quot;parent&quot;:{&quot;type&quot;:&quot;CHILD&quot;,&quot;parentId&quot;:&quot;b04298c4-c329-4a5e-99b1-365ce4d70755&quot;,&quot;order&quot;:&quot;97&quot;}},&quot;f8233b35-6bd9-410c-b2d6-b306ad087005&quot;:{&quot;type&quot;:&quot;FIGURE_OBJECT&quot;,&quot;id&quot;:&quot;f8233b35-6bd9-410c-b2d6-b306ad087005&quot;,&quot;relativeTransform&quot;:{&quot;translate&quot;:{&quot;x&quot;:-185.07801179228818,&quot;y&quot;:-17.33186668448016},&quot;rotate&quot;:0},&quot;opacity&quot;:1,&quot;path&quot;:{&quot;type&quot;:&quot;POLY_LINE&quot;,&quot;points&quot;:[{&quot;x&quot;:-26.63497437096022,&quot;y&quot;:9.476763975007833},{&quot;x&quot;:-11.947160657967906,&quot;y&quot;:3.2716656353958133},{&quot;x&quot;:-1.76440998090225,&quot;y&quot;:-26.876293945269083},{&quot;x&quot;:8.407566388895562,&quot;y&quot;:3.3063360238181803},{&quot;x&quot;:23.486702308184103,&quot;y&quot;:9.491154025969259}],&quot;closed&quot;:false},&quot;pathStyles&quot;:[{&quot;type&quot;:&quot;FILL&quot;,&quot;fillStyle&quot;:&quot;transparent&quot;},{&quot;type&quot;:&quot;STROKE&quot;,&quot;strokeStyle&quot;:&quot;rgba(23,23,23,1)&quot;,&quot;lineWidth&quot;:1.0647474237097185,&quot;lineJoin&quot;:&quot;round&quot;}],&quot;pathSmoothing&quot;:{&quot;type&quot;:&quot;CATMULL_SMOOTHING&quot;,&quot;smoothing&quot;:0.2},&quot;isLocked&quot;:false,&quot;parent&quot;:{&quot;type&quot;:&quot;CHILD&quot;,&quot;parentId&quot;:&quot;2f71ffea-5e7a-492d-86ad-de6aab9d535f&quot;,&quot;order&quot;:&quot;8&quot;},&quot;connectorInfo&quot;:{&quot;connectedObjects&quot;:[],&quot;type&quot;:&quot;QUADRATIC&quot;,&quot;offset&quot;:{&quot;x&quot;:0,&quot;y&quot;:0},&quot;bending&quot;:-0.1,&quot;firstElementIsHead&quot;:true,&quot;customized&quot;:true}},&quot;ca2e7df5-dd0f-4817-b32b-21216d87fd97&quot;:{&quot;type&quot;:&quot;FIGURE_OBJECT&quot;,&quot;id&quot;:&quot;ca2e7df5-dd0f-4817-b32b-21216d87fd97&quot;,&quot;relativeTransform&quot;:{&quot;translate&quot;:{&quot;x&quot;:-267.73108538587866,&quot;y&quot;:-158.64495931988543},&quot;rotate&quot;:3.141592653589793,&quot;skewX&quot;:0,&quot;scale&quot;:{&quot;x&quot;:1,&quot;y&quot;:1}},&quot;opacity&quot;:1,&quot;path&quot;:{&quot;type&quot;:&quot;POLY_LINE&quot;,&quot;points&quot;:[{&quot;x&quot;:-81.99073106605594,&quot;y&quot;:-140.95809987959552},{&quot;x&quot;:-118.03785878586484,&quot;y&quot;:-140.95809987959552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400faf14-4792-494f-a4cf-e1154bba71af&quot;,&quot;order&quot;:&quot;5&quot;},&quot;connectorInfo&quot;:{&quot;type&quot;:&quot;LINE&quot;,&quot;offset&quot;:{&quot;x&quot;:0,&quot;y&quot;:0},&quot;bending&quot;:0.1,&quot;customized&quot;:false},&quot;pathMarkers&quot;:{&quot;markerEnd&quot;:{&quot;type&quot;:&quot;PATH&quot;,&quot;units&quot;:{&quot;type&quot;:&quot;STROKE_WIDTH&quot;,&quot;scale&quot;:0.8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},&quot;912978af-d347-4a81-9f4d-04e755a34303&quot;:{&quot;type&quot;:&quot;FIGURE_OBJECT&quot;,&quot;id&quot;:&quot;912978af-d347-4a81-9f4d-04e755a34303&quot;,&quot;relativeTransform&quot;:{&quot;translate&quot;:{&quot;x&quot;:-318.3132377208611,&quot;y&quot;:6.1516850987854355},&quot;rotate&quot;:0,&quot;skewX&quot;:0,&quot;scale&quot;:{&quot;x&quot;:1,&quot;y&quot;:1}},&quot;opacity&quot;:1,&quot;path&quot;:{&quot;type&quot;:&quot;POLY_LINE&quot;,&quot;points&quot;:[{&quot;x&quot;:81.99073106605594,&quot;y&quot;:-140.95809987959552},{&quot;x&quot;:118.03785878586484,&quot;y&quot;:-140.95809987959552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400faf14-4792-494f-a4cf-e1154bba71af&quot;,&quot;order&quot;:&quot;505&quot;},&quot;connectorInfo&quot;:{&quot;type&quot;:&quot;LINE&quot;,&quot;offset&quot;:{&quot;x&quot;:0,&quot;y&quot;:0},&quot;bending&quot;:0.1,&quot;customized&quot;:false},&quot;pathMarkers&quot;:{&quot;markerEnd&quot;:{&quot;type&quot;:&quot;PATH&quot;,&quot;units&quot;:{&quot;type&quot;:&quot;STROKE_WIDTH&quot;,&quot;scale&quot;:0.8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},&quot;2515a5de-0dda-4495-8cf4-dfbe804d8396&quot;:{&quot;type&quot;:&quot;FIGURE_OBJECT&quot;,&quot;id&quot;:&quot;2515a5de-0dda-4495-8cf4-dfbe804d8396&quot;,&quot;relativeTransform&quot;:{&quot;translate&quot;:{&quot;x&quot;:120.68037180416168,&quot;y&quot;:6.793430186811236},&quot;rotate&quot;:0,&quot;skewX&quot;:0,&quot;scale&quot;:{&quot;x&quot;:1,&quot;y&quot;:1}},&quot;opacity&quot;:1,&quot;path&quot;:{&quot;type&quot;:&quot;POLY_LINE&quot;,&quot;points&quot;:[{&quot;x&quot;:81.99073106605594,&quot;y&quot;:-140.95809987959552},{&quot;x&quot;:118.03785878586484,&quot;y&quot;:-140.95809987959552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400faf14-4792-494f-a4cf-e1154bba71af&quot;,&quot;order&quot;:&quot;51&quot;},&quot;connectorInfo&quot;:{&quot;type&quot;:&quot;LINE&quot;,&quot;offset&quot;:{&quot;x&quot;:0,&quot;y&quot;:0},&quot;bending&quot;:0.1,&quot;customized&quot;:false},&quot;pathMarkers&quot;:{&quot;markerEnd&quot;:{&quot;type&quot;:&quot;PATH&quot;,&quot;units&quot;:{&quot;type&quot;:&quot;STROKE_WIDTH&quot;,&quot;scale&quot;:0.8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},&quot;acb757a7-2ff5-473b-bfe6-6e68c6db6165&quot;:{&quot;type&quot;:&quot;FIGURE_OBJECT&quot;,&quot;id&quot;:&quot;acb757a7-2ff5-473b-bfe6-6e68c6db6165&quot;,&quot;relativeTransform&quot;:{&quot;translate&quot;:{&quot;x&quot;:-83.31073539097596,&quot;y&quot;:-135.5081604491379},&quot;rotate&quot;:0,&quot;skewX&quot;:0,&quot;scale&quot;:{&quot;x&quot;:1,&quot;y&quot;:1}},&quot;opacity&quot;:1,&quot;path&quot;:{&quot;type&quot;:&quot;ELLIPSE&quot;,&quot;size&quot;:{&quot;x&quot;:34.09464234644656,&quot;y&quot;:34.661499995776936}},&quot;isLocked&quot;:false,&quot;pathStyles&quot;:[{&quot;type&quot;:&quot;FILL&quot;,&quot;fillStyle&quot;:&quot;rgba(0,0,0,0)&quot;},{&quot;type&quot;:&quot;STROKE&quot;,&quot;strokeStyle&quot;:&quot;rgba(23,23,23,1)&quot;,&quot;lineWidth&quot;:1.91706548983406,&quot;lineJoin&quot;:&quot;round&quot;}],&quot;parent&quot;:{&quot;type&quot;:&quot;CHILD&quot;,&quot;parentId&quot;:&quot;400faf14-4792-494f-a4cf-e1154bba71af&quot;,&quot;order&quot;:&quot;52&quot;}},&quot;50c4fb66-c039-4dcd-a71e-786b7bae48bb&quot;:{&quot;type&quot;:&quot;FIGURE_OBJECT&quot;,&quot;id&quot;:&quot;50c4fb66-c039-4dcd-a71e-786b7bae48bb&quot;,&quot;relativeTransform&quot;:{&quot;translate&quot;:{&quot;x&quot;:0.24600871423903037,&quot;y&quot;:-343.4943622327563},&quot;rotate&quot;:0,&quot;skewX&quot;:0,&quot;scale&quot;:{&quot;x&quot;:1,&quot;y&quot;:1}},&quot;opacity&quot;:1,&quot;path&quot;:{&quot;type&quot;:&quot;POLY_LINE&quot;,&quot;points&quot;:[{&quot;x&quot;:-125.21951053675923,&quot;y&quot;:208.68784355649623},{&quot;x&quot;:-102.20118641400282,&quot;y&quot;:208.68784355649623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400faf14-4792-494f-a4cf-e1154bba71af&quot;,&quot;order&quot;:&quot;53&quot;},&quot;connectorInfo&quot;:{&quot;type&quot;:&quot;LINE&quot;,&quot;offset&quot;:{&quot;x&quot;:0,&quot;y&quot;:0},&quot;bending&quot;:0.1,&quot;customized&quot;:false},&quot;pathMarkers&quot;:{&quot;markerEnd&quot;:{&quot;type&quot;:&quot;PATH&quot;,&quot;units&quot;:{&quot;type&quot;:&quot;STROKE_WIDTH&quot;,&quot;scale&quot;:0.8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},&quot;e6f06f56-bb22-4b92-8667-0ff4125207ed&quot;:{&quot;type&quot;:&quot;FIGURE_OBJECT&quot;,&quot;id&quot;:&quot;e6f06f56-bb22-4b92-8667-0ff4125207ed&quot;,&quot;relativeTransform&quot;:{&quot;translate&quot;:{&quot;x&quot;:-223.49054268147063,&quot;y&quot;:4.13727534747818},&quot;rotate&quot;:1.5707963267948966,&quot;skewX&quot;:0,&quot;scale&quot;:{&quot;x&quot;:1,&quot;y&quot;:1}},&quot;opacity&quot;:1,&quot;path&quot;:{&quot;type&quot;:&quot;POLY_LINE&quot;,&quot;points&quot;:[{&quot;x&quot;:-59.675906846254385,&quot;y&quot;:-140.95809987959552},{&quot;x&quot;:-118.03785878586484,&quot;y&quot;:-140.95809987959552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400faf14-4792-494f-a4cf-e1154bba71af&quot;,&quot;order&quot;:&quot;55&quot;},&quot;connectorInfo&quot;:{&quot;type&quot;:&quot;LINE&quot;,&quot;offset&quot;:{&quot;x&quot;:0,&quot;y&quot;:0},&quot;bending&quot;:0.1,&quot;customized&quot;:false},&quot;pathMarkers&quot;:{&quot;markerEnd&quot;:{&quot;type&quot;:&quot;PATH&quot;,&quot;units&quot;:{&quot;type&quot;:&quot;STROKE_WIDTH&quot;,&quot;scale&quot;:0.8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},&quot;2fe50606-2331-4e2d-bc03-47433893e167&quot;:{&quot;type&quot;:&quot;FIGURE_OBJECT&quot;,&quot;id&quot;:&quot;2fe50606-2331-4e2d-bc03-47433893e167&quot;,&quot;relativeTransform&quot;:{&quot;translate&quot;:{&quot;x&quot;:0.24600871423903037,&quot;y&quot;:-343.4943622327563},&quot;rotate&quot;:0,&quot;skewX&quot;:0,&quot;scale&quot;:{&quot;x&quot;:1,&quot;y&quot;:1}},&quot;opacity&quot;:1,&quot;path&quot;:{&quot;type&quot;:&quot;POLY_LINE&quot;,&quot;points&quot;:[{&quot;x&quot;:-64.3062394325575,&quot;y&quot;:207.98689223356612},{&quot;x&quot;:-29.45065295983584,&quot;y&quot;:207.98689223356612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400faf14-4792-494f-a4cf-e1154bba71af&quot;,&quot;order&quot;:&quot;555&quot;},&quot;connectorInfo&quot;:{&quot;type&quot;:&quot;LINE&quot;,&quot;offset&quot;:{&quot;x&quot;:0,&quot;y&quot;:0},&quot;bending&quot;:0.1,&quot;customized&quot;:false},&quot;pathMarkers&quot;:{&quot;markerEnd&quot;:{&quot;type&quot;:&quot;PATH&quot;,&quot;units&quot;:{&quot;type&quot;:&quot;STROKE_WIDTH&quot;,&quot;scale&quot;:0.8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},&quot;f187b4e5-06fd-4f31-adac-c080628e95ad&quot;:{&quot;type&quot;:&quot;FIGURE_OBJECT&quot;,&quot;id&quot;:&quot;f187b4e5-06fd-4f31-adac-c080628e95ad&quot;,&quot;relativeTransform&quot;:{&quot;translate&quot;:{&quot;x&quot;:0,&quot;y&quot;:0},&quot;rotate&quot;:0,&quot;skewX&quot;:0,&quot;scale&quot;:{&quot;x&quot;:1,&quot;y&quot;:1}},&quot;opacity&quot;:1,&quot;path&quot;:{&quot;type&quot;:&quot;POLY_LINE&quot;,&quot;points&quot;:[{&quot;x&quot;:81.10010634524701,&quot;y&quot;:-134.16481075952498},{&quot;x&quot;:127.16346258882463,&quot;y&quot;:-134.1648107595250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400faf14-4792-494f-a4cf-e1154bba71af&quot;,&quot;order&quot;:&quot;56&quot;},&quot;connectorInfo&quot;:{&quot;type&quot;:&quot;LINE&quot;,&quot;offset&quot;:{&quot;x&quot;:0,&quot;y&quot;:0},&quot;bending&quot;:0.1,&quot;customized&quot;:false,&quot;connectedObjectAtLineStart&quot;:{&quot;objectId&quot;:&quot;6fd34639-2518-4cfc-bcc3-61e2345b452a&quot;,&quot;coordinates&quot;:{&quot;x&quot;:0.9982424023415307,&quot;y&quot;:0.4999976286032168}}},&quot;pathMarkers&quot;:{&quot;markerEnd&quot;:{&quot;type&quot;:&quot;PATH&quot;,&quot;units&quot;:{&quot;type&quot;:&quot;STROKE_WIDTH&quot;,&quot;scale&quot;:0.8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},&quot;9b90e241-6999-47c5-b814-2250a6ec4321&quot;:{&quot;type&quot;:&quot;FIGURE_OBJECT&quot;,&quot;id&quot;:&quot;9b90e241-6999-47c5-b814-2250a6ec4321&quot;,&quot;relativeTransform&quot;:{&quot;translate&quot;:{&quot;x&quot;:-277.73329828352365,&quot;y&quot;:-15.631157766527464},&quot;rotate&quot;:0,&quot;skewX&quot;:0,&quot;scale&quot;:{&quot;x&quot;:1,&quot;y&quot;:1}},&quot;opacity&quot;:1,&quot;path&quot;:{&quot;type&quot;:&quot;RECT&quot;,&quot;size&quot;:{&quot;x&quot;:67.28967455592047,&quot;y&quot;:63.944004601329496},&quot;cornerRounding&quot;:{&quot;type&quot;:&quot;ARC_LENGTH&quot;,&quot;global&quot;:16.72501342127555}},&quot;pathStyles&quot;:[{&quot;type&quot;:&quot;FILL&quot;,&quot;fillStyle&quot;:&quot;rgba(0,0,0,0)&quot;},{&quot;type&quot;:&quot;STROKE&quot;,&quot;strokeStyle&quot;:&quot;rgba(23,23,23,1)&quot;,&quot;lineWidth&quot;:1,&quot;lineJoin&quot;:&quot;round&quot;}],&quot;isLocked&quot;:false,&quot;parent&quot;:{&quot;type&quot;:&quot;CHILD&quot;,&quot;parentId&quot;:&quot;400faf14-4792-494f-a4cf-e1154bba71af&quot;,&quot;order&quot;:&quot;57&quot;}},&quot;e952a995-06d4-4f4c-a02b-a5f1b961936e&quot;:{&quot;id&quot;:&quot;e952a995-06d4-4f4c-a02b-a5f1b961936e&quot;,&quot;name&quot;:&quot;Killua_Zoldyck.png&quot;,&quot;type&quot;:&quot;FIGURE_OBJECT&quot;,&quot;relativeTransform&quot;:{&quot;translate&quot;:{&quot;x&quot;:149.08094404840605,&quot;y&quot;:-389.94715591165084},&quot;rotate&quot;:0,&quot;skewX&quot;:0,&quot;scale&quot;:{&quot;x&quot;:0.12618081195910502,&quot;y&quot;:0.12618081195910502}},&quot;image&quot;:{&quot;url&quot;:&quot;https://core.services.biorender.com/api/uploads/noredirect/69bea0df5ab954d7231d15e3/1774100703347_c6a19f0e-2087-4e56-bbeb-df70f23b543b_icon.png&quot;,&quot;isPremium&quot;:false,&quot;isSignedURL&quot;:true,&quot;size&quot;:{&quot;x&quot;:300,&quot;y&quot;:406.16883116883116}},&quot;source&quot;:{&quot;id&quot;:&quot;69bea0df5ab954d7231d15e3&quot;,&quot;type&quot;:&quot;UPLOADS&quot;},&quot;isPremium&quot;:false,&quot;parent&quot;:{&quot;type&quot;:&quot;CHILD&quot;,&quot;parentId&quot;:&quot;400faf14-4792-494f-a4cf-e1154bba71af&quot;,&quot;order&quot;:&quot;58&quot;}},&quot;088700d6-e252-48b0-a768-529d40867c80&quot;:{&quot;relativeTransform&quot;:{&quot;translate&quot;:{&quot;x&quot;:443.11107517670723,&quot;y&quot;:-491.7182699024437},&quot;rotate&quot;:0,&quot;skewX&quot;:0,&quot;scale&quot;:{&quot;x&quot;:1,&quot;y&quot;:1}},&quot;type&quot;:&quot;FIGURE_OBJECT&quot;,&quot;id&quot;:&quot;088700d6-e252-48b0-a768-529d40867c80&quot;,&quot;parent&quot;:{&quot;type&quot;:&quot;CHILD&quot;,&quot;parentId&quot;:&quot;400faf14-4792-494f-a4cf-e1154bba71af&quot;,&quot;order&quot;:&quot;13&quot;},&quot;name&quot;:&quot;Neural network (symbol) 1&quot;,&quot;displayName&quot;:&quot;Neural network (symbol) 1&quot;,&quot;source&quot;:{&quot;id&quot;:&quot;68d40ca9d0c85e1ac299d5ef&quot;,&quot;type&quot;:&quot;ASSETS&quot;},&quot;isPremium&quot;:true},&quot;8ea9c593-de7c-43d1-a514-70dc7c299ea7&quot;:{&quot;type&quot;:&quot;FIGURE_OBJECT&quot;,&quot;id&quot;:&quot;8ea9c593-de7c-43d1-a514-70dc7c299ea7&quot;,&quot;relativeTransform&quot;:{&quot;translate&quot;:{&quot;x&quot;:-264.2875501691276,&quot;y&quot;:86.84150686292274},&quot;rotate&quot;:0},&quot;opacity&quot;:1,&quot;path&quot;:{&quot;type&quot;:&quot;ELLIPSE&quot;,&quot;size&quot;:{&quot;x&quot;:6.992154817838006,&quot;y&quot;:6.992154817838005}},&quot;pathStyles&quot;:[{&quot;type&quot;:&quot;FILL&quot;,&quot;fillStyle&quot;:&quot;rgb(230, 191, 4)&quot;},{&quot;type&quot;:&quot;STROKE&quot;,&quot;strokeStyle&quot;:&quot;rgba(0,0,0,0)&quot;,&quot;lineWidth&quot;:0.5592236203683341,&quot;lineJoin&quot;:&quot;round&quot;}],&quot;isLocked&quot;:false,&quot;parent&quot;:{&quot;type&quot;:&quot;CHILD&quot;,&quot;parentId&quot;:&quot;088700d6-e252-48b0-a768-529d40867c80&quot;,&quot;order&quot;:&quot;05&quot;}},&quot;c4e90718-b590-47d8-a136-e018c8abc3e3&quot;:{&quot;type&quot;:&quot;FIGURE_OBJECT&quot;,&quot;id&quot;:&quot;c4e90718-b590-47d8-a136-e018c8abc3e3&quot;,&quot;relativeTransform&quot;:{&quot;translate&quot;:{&quot;x&quot;:-246.98194170174804,&quot;y&quot;:94.16938278136563},&quot;rotate&quot;:0},&quot;opacity&quot;:1,&quot;path&quot;:{&quot;type&quot;:&quot;ELLIPSE&quot;,&quot;size&quot;:{&quot;x&quot;:6.992154817838006,&quot;y&quot;:6.992154817838005}},&quot;pathStyles&quot;:[{&quot;type&quot;:&quot;FILL&quot;,&quot;fillStyle&quot;:&quot;rgb(230, 191, 4)&quot;},{&quot;type&quot;:&quot;STROKE&quot;,&quot;strokeStyle&quot;:&quot;rgba(0,0,0,0)&quot;,&quot;lineWidth&quot;:0.5592236203683341,&quot;lineJoin&quot;:&quot;round&quot;}],&quot;isLocked&quot;:false,&quot;parent&quot;:{&quot;type&quot;:&quot;CHILD&quot;,&quot;parentId&quot;:&quot;088700d6-e252-48b0-a768-529d40867c80&quot;,&quot;order&quot;:&quot;15&quot;}},&quot;9bb7344e-3326-45c6-9523-37eefcf7a4c8&quot;:{&quot;type&quot;:&quot;FIGURE_OBJECT&quot;,&quot;id&quot;:&quot;9bb7344e-3326-45c6-9523-37eefcf7a4c8&quot;,&quot;relativeTransform&quot;:{&quot;translate&quot;:{&quot;x&quot;:-68.24446384331594,&quot;y&quot;:122.80534174931027},&quot;rotate&quot;:3.1415926535897927},&quot;opacity&quot;:1,&quot;path&quot;:{&quot;type&quot;:&quot;POLY_LINE&quot;,&quot;points&quot;:[{&quot;x&quot;:183.9529417979882,&quot;y&quot;:26.662890578834556},{&quot;x&quot;:190.80005177561506,&quot;y&quot;:23.912483985826697}],&quot;closed&quot;:false},&quot;pathStyles&quot;:[{&quot;type&quot;:&quot;FILL&quot;,&quot;fillStyle&quot;:&quot;rgba(0,0,0,0)&quot;},{&quot;type&quot;:&quot;STROKE&quot;,&quot;strokeStyle&quot;:&quot;rgb(208, 211, 214)&quot;,&quot;lineWidth&quot;:2,&quot;lineJoin&quot;:&quot;round&quot;}],&quot;isLocked&quot;:false,&quot;parent&quot;:{&quot;type&quot;:&quot;CHILD&quot;,&quot;parentId&quot;:&quot;088700d6-e252-48b0-a768-529d40867c80&quot;,&quot;order&quot;:&quot;25&quot;},&quot;connectorInfo&quot;:{&quot;connectedObjects&quot;:[],&quot;type&quot;:&quot;LINE&quot;,&quot;offset&quot;:{&quot;x&quot;:0,&quot;y&quot;:0},&quot;bending&quot;:0.1,&quot;firstElementIsHead&quot;:true,&quot;customized&quot;:tru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2c6eae4f-f6b2-4a67-8cfc-de4607a71c15&quot;:{&quot;type&quot;:&quot;FIGURE_OBJECT&quot;,&quot;id&quot;:&quot;2c6eae4f-f6b2-4a67-8cfc-de4607a71c15&quot;,&quot;relativeTransform&quot;:{&quot;translate&quot;:{&quot;x&quot;:-72.62995024603923,&quot;y&quot;:74.49470158431667},&quot;rotate&quot;:4.4408920985006247e-16},&quot;opacity&quot;:1,&quot;path&quot;:{&quot;type&quot;:&quot;POLY_LINE&quot;,&quot;points&quot;:[{&quot;x&quot;:-188.27127371408238,&quot;y&quot;:16.69297436698942},{&quot;x&quot;:-177.78019554749568,&quot;y&quot;:29.917204959831402}],&quot;closed&quot;:false},&quot;pathStyles&quot;:[{&quot;type&quot;:&quot;FILL&quot;,&quot;fillStyle&quot;:&quot;rgba(0,0,0,0)&quot;},{&quot;type&quot;:&quot;STROKE&quot;,&quot;strokeStyle&quot;:&quot;rgb(208, 211, 214)&quot;,&quot;lineWidth&quot;:2,&quot;lineJoin&quot;:&quot;round&quot;}],&quot;isLocked&quot;:false,&quot;parent&quot;:{&quot;type&quot;:&quot;CHILD&quot;,&quot;parentId&quot;:&quot;088700d6-e252-48b0-a768-529d40867c80&quot;,&quot;order&quot;:&quot;3&quot;},&quot;connectorInfo&quot;:{&quot;connectedObjects&quot;:[],&quot;type&quot;:&quot;LINE&quot;,&quot;offset&quot;:{&quot;x&quot;:0,&quot;y&quot;:0},&quot;bending&quot;:0.1,&quot;firstElementIsHead&quot;:true,&quot;customized&quot;:tru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f25aa60d-8617-4176-8964-6db5d513b7a8&quot;:{&quot;type&quot;:&quot;FIGURE_OBJECT&quot;,&quot;id&quot;:&quot;f25aa60d-8617-4176-8964-6db5d513b7a8&quot;,&quot;relativeTransform&quot;:{&quot;translate&quot;:{&quot;x&quot;:68.6910876994928,&quot;y&quot;:-32.58792994720396},&quot;rotate&quot;:0},&quot;opacity&quot;:1,&quot;path&quot;:{&quot;type&quot;:&quot;POLY_LINE&quot;,&quot;points&quot;:[{&quot;x&quot;:-320.7184332200037,&quot;y&quot;:124.61853173475517},{&quot;x&quot;:-327.88421785534,&quot;y&quot;:121.55585219135615}],&quot;closed&quot;:false},&quot;pathStyles&quot;:[{&quot;type&quot;:&quot;FILL&quot;,&quot;fillStyle&quot;:&quot;rgba(0,0,0,0)&quot;},{&quot;type&quot;:&quot;STROKE&quot;,&quot;strokeStyle&quot;:&quot;rgb(208, 211, 214)&quot;,&quot;lineWidth&quot;:2,&quot;lineJoin&quot;:&quot;round&quot;}],&quot;isLocked&quot;:false,&quot;parent&quot;:{&quot;type&quot;:&quot;CHILD&quot;,&quot;parentId&quot;:&quot;088700d6-e252-48b0-a768-529d40867c80&quot;,&quot;order&quot;:&quot;4&quot;},&quot;connectorInfo&quot;:{&quot;connectedObjects&quot;:[],&quot;type&quot;:&quot;LINE&quot;,&quot;offset&quot;:{&quot;x&quot;:0,&quot;y&quot;:0},&quot;bending&quot;:0.1,&quot;firstElementIsHead&quot;:true,&quot;customized&quot;:tru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37bb7c9c-5e1c-4f84-b157-ced5bcf95995&quot;:{&quot;type&quot;:&quot;FIGURE_OBJECT&quot;,&quot;id&quot;:&quot;37bb7c9c-5e1c-4f84-b157-ced5bcf95995&quot;,&quot;relativeTransform&quot;:{&quot;translate&quot;:{&quot;x&quot;:-264.2966672743442,&quot;y&quot;:115.05537836570294},&quot;rotate&quot;:3.1415926535897927,&quot;skewX&quot;:7.293023295691861e-32},&quot;opacity&quot;:1,&quot;path&quot;:{&quot;type&quot;:&quot;ELLIPSE&quot;,&quot;size&quot;:{&quot;x&quot;:-6.992154817838006,&quot;y&quot;:6.992154817838005}},&quot;pathStyles&quot;:[{&quot;type&quot;:&quot;FILL&quot;,&quot;fillStyle&quot;:&quot;rgb(230, 191, 4)&quot;},{&quot;type&quot;:&quot;STROKE&quot;,&quot;strokeStyle&quot;:&quot;rgba(0,0,0,0)&quot;,&quot;lineWidth&quot;:0.5592236203683341,&quot;lineJoin&quot;:&quot;round&quot;}],&quot;isLocked&quot;:false,&quot;parent&quot;:{&quot;type&quot;:&quot;CHILD&quot;,&quot;parentId&quot;:&quot;088700d6-e252-48b0-a768-529d40867c80&quot;,&quot;order&quot;:&quot;5&quot;}},&quot;c537b2ad-538f-4bfa-bbd8-d063f948c5d1&quot;:{&quot;type&quot;:&quot;FIGURE_OBJECT&quot;,&quot;id&quot;:&quot;c537b2ad-538f-4bfa-bbd8-d063f948c5d1&quot;,&quot;relativeTransform&quot;:{&quot;translate&quot;:{&quot;x&quot;:-264.2968815046211,&quot;y&quot;:100.9741031302754},&quot;rotate&quot;:3.1415926535897927,&quot;skewX&quot;:7.293023295691861e-32},&quot;opacity&quot;:1,&quot;path&quot;:{&quot;type&quot;:&quot;ELLIPSE&quot;,&quot;size&quot;:{&quot;x&quot;:-6.992154817838006,&quot;y&quot;:6.992154817838005}},&quot;pathStyles&quot;:[{&quot;type&quot;:&quot;FILL&quot;,&quot;fillStyle&quot;:&quot;rgb(230, 191, 4)&quot;},{&quot;type&quot;:&quot;STROKE&quot;,&quot;strokeStyle&quot;:&quot;rgba(0,0,0,0)&quot;,&quot;lineWidth&quot;:0.5592236203683341,&quot;lineJoin&quot;:&quot;round&quot;}],&quot;isLocked&quot;:false,&quot;parent&quot;:{&quot;type&quot;:&quot;CHILD&quot;,&quot;parentId&quot;:&quot;088700d6-e252-48b0-a768-529d40867c80&quot;,&quot;order&quot;:&quot;6&quot;}},&quot;df278e66-8854-43a6-af28-ab0b746019fc&quot;:{&quot;type&quot;:&quot;FIGURE_OBJECT&quot;,&quot;id&quot;:&quot;df278e66-8854-43a6-af28-ab0b746019fc&quot;,&quot;relativeTransform&quot;:{&quot;translate&quot;:{&quot;x&quot;:-246.9910588069647,&quot;y&quot;:107.72750244726001},&quot;rotate&quot;:3.1415926535897927,&quot;skewX&quot;:7.293023295691861e-32},&quot;opacity&quot;:1,&quot;path&quot;:{&quot;type&quot;:&quot;ELLIPSE&quot;,&quot;size&quot;:{&quot;x&quot;:-6.992154817838006,&quot;y&quot;:6.992154817838005}},&quot;pathStyles&quot;:[{&quot;type&quot;:&quot;FILL&quot;,&quot;fillStyle&quot;:&quot;rgb(230, 191, 4)&quot;},{&quot;type&quot;:&quot;STROKE&quot;,&quot;strokeStyle&quot;:&quot;rgba(0,0,0,0)&quot;,&quot;lineWidth&quot;:0.5592236203683341,&quot;lineJoin&quot;:&quot;round&quot;}],&quot;isLocked&quot;:false,&quot;parent&quot;:{&quot;type&quot;:&quot;CHILD&quot;,&quot;parentId&quot;:&quot;088700d6-e252-48b0-a768-529d40867c80&quot;,&quot;order&quot;:&quot;65&quot;}},&quot;5e8bba48-0df3-4a39-9b1f-d5dde3ff1b2a&quot;:{&quot;type&quot;:&quot;FIGURE_OBJECT&quot;,&quot;id&quot;:&quot;5e8bba48-0df3-4a39-9b1f-d5dde3ff1b2a&quot;,&quot;relativeTransform&quot;:{&quot;translate&quot;:{&quot;x&quot;:-68.25358094853263,&quot;y&quot;:79.09154347931536},&quot;rotate&quot;:1.991598500205919e-16},&quot;opacity&quot;:1,&quot;path&quot;:{&quot;type&quot;:&quot;POLY_LINE&quot;,&quot;points&quot;:[{&quot;x&quot;:-183.9529417979882,&quot;y&quot;:26.662890578834556},{&quot;x&quot;:-190.80005177561506,&quot;y&quot;:23.912483985826697}],&quot;closed&quot;:false},&quot;pathStyles&quot;:[{&quot;type&quot;:&quot;FILL&quot;,&quot;fillStyle&quot;:&quot;rgba(0,0,0,0)&quot;},{&quot;type&quot;:&quot;STROKE&quot;,&quot;strokeStyle&quot;:&quot;rgb(208, 211, 214)&quot;,&quot;lineWidth&quot;:2,&quot;lineJoin&quot;:&quot;round&quot;}],&quot;isLocked&quot;:false,&quot;parent&quot;:{&quot;type&quot;:&quot;CHILD&quot;,&quot;parentId&quot;:&quot;088700d6-e252-48b0-a768-529d40867c80&quot;,&quot;order&quot;:&quot;75&quot;},&quot;connectorInfo&quot;:{&quot;connectedObjects&quot;:[],&quot;type&quot;:&quot;LINE&quot;,&quot;offset&quot;:{&quot;x&quot;:0,&quot;y&quot;:0},&quot;bending&quot;:0.1,&quot;firstElementIsHead&quot;:true,&quot;customized&quot;:tru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828bc2cd-9aa5-46fc-92aa-36e2e9700bd9&quot;:{&quot;type&quot;:&quot;FIGURE_OBJECT&quot;,&quot;id&quot;:&quot;828bc2cd-9aa5-46fc-92aa-36e2e9700bd9&quot;,&quot;relativeTransform&quot;:{&quot;translate&quot;:{&quot;x&quot;:-72.63906735125589,&quot;y&quot;:127.40218364430898},&quot;rotate&quot;:3.1415926535897927},&quot;opacity&quot;:1,&quot;path&quot;:{&quot;type&quot;:&quot;POLY_LINE&quot;,&quot;points&quot;:[{&quot;x&quot;:188.27127371408238,&quot;y&quot;:16.69297436698942},{&quot;x&quot;:177.78019554749568,&quot;y&quot;:29.917204959831402}],&quot;closed&quot;:false},&quot;pathStyles&quot;:[{&quot;type&quot;:&quot;FILL&quot;,&quot;fillStyle&quot;:&quot;rgba(0,0,0,0)&quot;},{&quot;type&quot;:&quot;STROKE&quot;,&quot;strokeStyle&quot;:&quot;rgb(208, 211, 214)&quot;,&quot;lineWidth&quot;:2,&quot;lineJoin&quot;:&quot;round&quot;}],&quot;isLocked&quot;:false,&quot;parent&quot;:{&quot;type&quot;:&quot;CHILD&quot;,&quot;parentId&quot;:&quot;088700d6-e252-48b0-a768-529d40867c80&quot;,&quot;order&quot;:&quot;8&quot;},&quot;connectorInfo&quot;:{&quot;connectedObjects&quot;:[],&quot;type&quot;:&quot;LINE&quot;,&quot;offset&quot;:{&quot;x&quot;:0,&quot;y&quot;:0},&quot;bending&quot;:0.1,&quot;firstElementIsHead&quot;:true,&quot;customized&quot;:tru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d61844fd-a790-4a99-b35f-6b9c118a032a&quot;:{&quot;type&quot;:&quot;FIGURE_OBJECT&quot;,&quot;id&quot;:&quot;d61844fd-a790-4a99-b35f-6b9c118a032a&quot;,&quot;relativeTransform&quot;:{&quot;translate&quot;:{&quot;x&quot;:68.68197059427612,&quot;y&quot;:234.48481517582957},&quot;rotate&quot;:3.1415926535897927},&quot;opacity&quot;:1,&quot;path&quot;:{&quot;type&quot;:&quot;POLY_LINE&quot;,&quot;points&quot;:[{&quot;x&quot;:320.7184332200037,&quot;y&quot;:124.61853173475517},{&quot;x&quot;:327.88421785534,&quot;y&quot;:121.55585219135615}],&quot;closed&quot;:false},&quot;pathStyles&quot;:[{&quot;type&quot;:&quot;FILL&quot;,&quot;fillStyle&quot;:&quot;rgba(0,0,0,0)&quot;},{&quot;type&quot;:&quot;STROKE&quot;,&quot;strokeStyle&quot;:&quot;rgb(208, 211, 214)&quot;,&quot;lineWidth&quot;:2,&quot;lineJoin&quot;:&quot;round&quot;}],&quot;isLocked&quot;:false,&quot;parent&quot;:{&quot;type&quot;:&quot;CHILD&quot;,&quot;parentId&quot;:&quot;088700d6-e252-48b0-a768-529d40867c80&quot;,&quot;order&quot;:&quot;9&quot;},&quot;connectorInfo&quot;:{&quot;connectedObjects&quot;:[],&quot;type&quot;:&quot;LINE&quot;,&quot;offset&quot;:{&quot;x&quot;:0,&quot;y&quot;:0},&quot;bending&quot;:0.1,&quot;firstElementIsHead&quot;:true,&quot;customized&quot;:tru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c9a39f86-e07f-4fb7-b4a2-daf9fbb059cc&quot;:{&quot;type&quot;:&quot;FIGURE_OBJECT&quot;,&quot;id&quot;:&quot;c9a39f86-e07f-4fb7-b4a2-daf9fbb059cc&quot;,&quot;relativeTransform&quot;:{&quot;translate&quot;:{&quot;x&quot;:-230.0735715958877,&quot;y&quot;:86.84245819518378},&quot;rotate&quot;:0},&quot;opacity&quot;:1,&quot;path&quot;:{&quot;type&quot;:&quot;ELLIPSE&quot;,&quot;size&quot;:{&quot;x&quot;:6.992154817838006,&quot;y&quot;:6.992154817838005}},&quot;pathStyles&quot;:[{&quot;type&quot;:&quot;FILL&quot;,&quot;fillStyle&quot;:&quot;rgb(230, 191, 4)&quot;},{&quot;type&quot;:&quot;STROKE&quot;,&quot;strokeStyle&quot;:&quot;rgba(0,0,0,0)&quot;,&quot;lineWidth&quot;:0.5592236203683341,&quot;lineJoin&quot;:&quot;round&quot;}],&quot;isLocked&quot;:false,&quot;parent&quot;:{&quot;type&quot;:&quot;CHILD&quot;,&quot;parentId&quot;:&quot;088700d6-e252-48b0-a768-529d40867c80&quot;,&quot;order&quot;:&quot;981&quot;}},&quot;03cd5d9a-4205-4137-8d6d-db7835b88b27&quot;:{&quot;type&quot;:&quot;FIGURE_OBJECT&quot;,&quot;id&quot;:&quot;03cd5d9a-4205-4137-8d6d-db7835b88b27&quot;,&quot;relativeTransform&quot;:{&quot;translate&quot;:{&quot;x&quot;:-230.08268870110433,&quot;y&quot;:115.05632969796393},&quot;rotate&quot;:3.1415926535897927,&quot;skewX&quot;:7.293023295691861e-32},&quot;opacity&quot;:1,&quot;path&quot;:{&quot;type&quot;:&quot;ELLIPSE&quot;,&quot;size&quot;:{&quot;x&quot;:-6.992154817838006,&quot;y&quot;:6.992154817838005}},&quot;pathStyles&quot;:[{&quot;type&quot;:&quot;FILL&quot;,&quot;fillStyle&quot;:&quot;rgb(230, 191, 4)&quot;},{&quot;type&quot;:&quot;STROKE&quot;,&quot;strokeStyle&quot;:&quot;rgba(0,0,0,0)&quot;,&quot;lineWidth&quot;:0.5592236203683341,&quot;lineJoin&quot;:&quot;round&quot;}],&quot;isLocked&quot;:false,&quot;parent&quot;:{&quot;type&quot;:&quot;CHILD&quot;,&quot;parentId&quot;:&quot;088700d6-e252-48b0-a768-529d40867c80&quot;,&quot;order&quot;:&quot;982&quot;}},&quot;938eed1a-9785-4bac-af29-dc3933f3693a&quot;:{&quot;type&quot;:&quot;FIGURE_OBJECT&quot;,&quot;id&quot;:&quot;938eed1a-9785-4bac-af29-dc3933f3693a&quot;,&quot;relativeTransform&quot;:{&quot;translate&quot;:{&quot;x&quot;:-230.08290293138126,&quot;y&quot;:100.97505446253648},&quot;rotate&quot;:3.1415926535897927,&quot;skewX&quot;:7.293023295691861e-32},&quot;opacity&quot;:1,&quot;path&quot;:{&quot;type&quot;:&quot;ELLIPSE&quot;,&quot;size&quot;:{&quot;x&quot;:-6.992154817838006,&quot;y&quot;:6.992154817838005}},&quot;pathStyles&quot;:[{&quot;type&quot;:&quot;FILL&quot;,&quot;fillStyle&quot;:&quot;rgb(230, 191, 4)&quot;},{&quot;type&quot;:&quot;STROKE&quot;,&quot;strokeStyle&quot;:&quot;rgba(0,0,0,0)&quot;,&quot;lineWidth&quot;:0.5592236203683341,&quot;lineJoin&quot;:&quot;round&quot;}],&quot;isLocked&quot;:false,&quot;parent&quot;:{&quot;type&quot;:&quot;CHILD&quot;,&quot;parentId&quot;:&quot;088700d6-e252-48b0-a768-529d40867c80&quot;,&quot;order&quot;:&quot;985&quot;}},&quot;89cefc91-7c11-4b13-a2c6-2ec7077b645a&quot;:{&quot;type&quot;:&quot;FIGURE_OBJECT&quot;,&quot;id&quot;:&quot;89cefc91-7c11-4b13-a2c6-2ec7077b645a&quot;,&quot;relativeTransform&quot;:{&quot;translate&quot;:{&quot;x&quot;:-418.0025332163982,&quot;y&quot;:79.65506671514518},&quot;rotate&quot;:-6.890185696795332e-16},&quot;opacity&quot;:1,&quot;path&quot;:{&quot;type&quot;:&quot;POLY_LINE&quot;,&quot;points&quot;:[{&quot;x&quot;:176.30876613838294,&quot;y&quot;:25.554912542792753},{&quot;x&quot;:182.87134404537247,&quot;y&quot;:22.91879926266585}],&quot;closed&quot;:false},&quot;pathStyles&quot;:[{&quot;type&quot;:&quot;FILL&quot;,&quot;fillStyle&quot;:&quot;rgba(0,0,0,0)&quot;},{&quot;type&quot;:&quot;STROKE&quot;,&quot;strokeStyle&quot;:&quot;rgb(208, 211, 214)&quot;,&quot;lineWidth&quot;:2,&quot;lineJoin&quot;:&quot;round&quot;}],&quot;isLocked&quot;:false,&quot;parent&quot;:{&quot;type&quot;:&quot;CHILD&quot;,&quot;parentId&quot;:&quot;088700d6-e252-48b0-a768-529d40867c80&quot;,&quot;order&quot;:&quot;987&quot;},&quot;connectorInfo&quot;:{&quot;connectedObjects&quot;:[],&quot;type&quot;:&quot;LINE&quot;,&quot;offset&quot;:{&quot;x&quot;:0,&quot;y&quot;:0},&quot;bending&quot;:0.1,&quot;firstElementIsHead&quot;:true,&quot;customized&quot;:tru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9653d889-87d9-46ea-9444-d118fdd6e0f5&quot;:{&quot;type&quot;:&quot;FIGURE_OBJECT&quot;,&quot;id&quot;:&quot;9653d889-87d9-46ea-9444-d118fdd6e0f5&quot;,&quot;relativeTransform&quot;:{&quot;translate&quot;:{&quot;x&quot;:-413.79928596727353,&quot;y&quot;:125.9581552963498},&quot;rotate&quot;:-3.141592653589793},&quot;opacity&quot;:1,&quot;path&quot;:{&quot;type&quot;:&quot;POLY_LINE&quot;,&quot;points&quot;:[{&quot;x&quot;:-180.44764950964577,&quot;y&quot;:15.999296804155522},{&quot;x&quot;:-170.39252873292295,&quot;y&quot;:28.67399369219912}],&quot;closed&quot;:false},&quot;pathStyles&quot;:[{&quot;type&quot;:&quot;FILL&quot;,&quot;fillStyle&quot;:&quot;rgba(0,0,0,0)&quot;},{&quot;type&quot;:&quot;STROKE&quot;,&quot;strokeStyle&quot;:&quot;rgb(208, 211, 214)&quot;,&quot;lineWidth&quot;:2,&quot;lineJoin&quot;:&quot;round&quot;}],&quot;isLocked&quot;:false,&quot;parent&quot;:{&quot;type&quot;:&quot;CHILD&quot;,&quot;parentId&quot;:&quot;088700d6-e252-48b0-a768-529d40867c80&quot;,&quot;order&quot;:&quot;99&quot;},&quot;connectorInfo&quot;:{&quot;connectedObjects&quot;:[],&quot;type&quot;:&quot;LINE&quot;,&quot;offset&quot;:{&quot;x&quot;:0,&quot;y&quot;:0},&quot;bending&quot;:0.1,&quot;firstElementIsHead&quot;:true,&quot;customized&quot;:tru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8f4155cf-fbb1-46be-afd8-342088518dee&quot;:{&quot;type&quot;:&quot;FIGURE_OBJECT&quot;,&quot;id&quot;:&quot;8f4155cf-fbb1-46be-afd8-342088518dee&quot;,&quot;relativeTransform&quot;:{&quot;translate&quot;:{&quot;x&quot;:-549.2477196049074,&quot;y&quot;:228.59096157626536},&quot;rotate&quot;:3.141592653589793},&quot;opacity&quot;:1,&quot;path&quot;:{&quot;type&quot;:&quot;POLY_LINE&quot;,&quot;points&quot;:[{&quot;x&quot;:-307.3909592647386,&quot;y&quot;:119.44000108603805},{&quot;x&quot;:-314.2589692846977,&quot;y&quot;:116.50459137692377}],&quot;closed&quot;:false},&quot;pathStyles&quot;:[{&quot;type&quot;:&quot;FILL&quot;,&quot;fillStyle&quot;:&quot;rgba(0,0,0,0)&quot;},{&quot;type&quot;:&quot;STROKE&quot;,&quot;strokeStyle&quot;:&quot;rgb(208, 211, 214)&quot;,&quot;lineWidth&quot;:2,&quot;lineJoin&quot;:&quot;round&quot;}],&quot;isLocked&quot;:false,&quot;parent&quot;:{&quot;type&quot;:&quot;CHILD&quot;,&quot;parentId&quot;:&quot;088700d6-e252-48b0-a768-529d40867c80&quot;,&quot;order&quot;:&quot;991&quot;},&quot;connectorInfo&quot;:{&quot;connectedObjects&quot;:[],&quot;type&quot;:&quot;LINE&quot;,&quot;offset&quot;:{&quot;x&quot;:0,&quot;y&quot;:0},&quot;bending&quot;:0.1,&quot;firstElementIsHead&quot;:true,&quot;customized&quot;:tru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f25f3ac7-9eb3-4030-a3de-a03160bfcc7f&quot;:{&quot;type&quot;:&quot;FIGURE_OBJECT&quot;,&quot;id&quot;:&quot;f25f3ac7-9eb3-4030-a3de-a03160bfcc7f&quot;,&quot;relativeTransform&quot;:{&quot;translate&quot;:{&quot;x&quot;:-417.99379497304204,&quot;y&quot;:121.55233544525723},&quot;rotate&quot;:-3.141592653589793},&quot;opacity&quot;:1,&quot;path&quot;:{&quot;type&quot;:&quot;POLY_LINE&quot;,&quot;points&quot;:[{&quot;x&quot;:-176.30876613838294,&quot;y&quot;:25.554912542792753},{&quot;x&quot;:-182.87134404537247,&quot;y&quot;:22.91879926266585}],&quot;closed&quot;:false},&quot;pathStyles&quot;:[{&quot;type&quot;:&quot;FILL&quot;,&quot;fillStyle&quot;:&quot;rgba(0,0,0,0)&quot;},{&quot;type&quot;:&quot;STROKE&quot;,&quot;strokeStyle&quot;:&quot;rgb(208, 211, 214)&quot;,&quot;lineWidth&quot;:2,&quot;lineJoin&quot;:&quot;round&quot;}],&quot;isLocked&quot;:false,&quot;parent&quot;:{&quot;type&quot;:&quot;CHILD&quot;,&quot;parentId&quot;:&quot;088700d6-e252-48b0-a768-529d40867c80&quot;,&quot;order&quot;:&quot;992&quot;},&quot;connectorInfo&quot;:{&quot;connectedObjects&quot;:[],&quot;type&quot;:&quot;LINE&quot;,&quot;offset&quot;:{&quot;x&quot;:0,&quot;y&quot;:0},&quot;bending&quot;:0.1,&quot;firstElementIsHead&quot;:true,&quot;customized&quot;:tru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6c5ab27d-7c84-45db-89ae-11ffa9a3d8b6&quot;:{&quot;type&quot;:&quot;FIGURE_OBJECT&quot;,&quot;id&quot;:&quot;6c5ab27d-7c84-45db-89ae-11ffa9a3d8b6&quot;,&quot;relativeTransform&quot;:{&quot;translate&quot;:{&quot;x&quot;:-413.79054772391737,&quot;y&quot;:75.24924686405264},&quot;rotate&quot;:-6.890185696795332e-16},&quot;opacity&quot;:1,&quot;path&quot;:{&quot;type&quot;:&quot;POLY_LINE&quot;,&quot;points&quot;:[{&quot;x&quot;:180.44764950964577,&quot;y&quot;:15.999296804155522},{&quot;x&quot;:170.39252873292295,&quot;y&quot;:28.67399369219912}],&quot;closed&quot;:false},&quot;pathStyles&quot;:[{&quot;type&quot;:&quot;FILL&quot;,&quot;fillStyle&quot;:&quot;rgba(0,0,0,0)&quot;},{&quot;type&quot;:&quot;STROKE&quot;,&quot;strokeStyle&quot;:&quot;rgb(208, 211, 214)&quot;,&quot;lineWidth&quot;:2,&quot;lineJoin&quot;:&quot;round&quot;}],&quot;isLocked&quot;:false,&quot;parent&quot;:{&quot;type&quot;:&quot;CHILD&quot;,&quot;parentId&quot;:&quot;088700d6-e252-48b0-a768-529d40867c80&quot;,&quot;order&quot;:&quot;995&quot;},&quot;connectorInfo&quot;:{&quot;connectedObjects&quot;:[],&quot;type&quot;:&quot;LINE&quot;,&quot;offset&quot;:{&quot;x&quot;:0,&quot;y&quot;:0},&quot;bending&quot;:0.1,&quot;firstElementIsHead&quot;:true,&quot;customized&quot;:tru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859f21ff-f89a-4637-a8c1-c0f7f63dfa28&quot;:{&quot;type&quot;:&quot;FIGURE_OBJECT&quot;,&quot;id&quot;:&quot;859f21ff-f89a-4637-a8c1-c0f7f63dfa28&quot;,&quot;relativeTransform&quot;:{&quot;translate&quot;:{&quot;x&quot;:-549.2389813615513,&quot;y&quot;:-27.383559415862866},&quot;rotate&quot;:-6.890185696795332e-16},&quot;opacity&quot;:1,&quot;path&quot;:{&quot;type&quot;:&quot;POLY_LINE&quot;,&quot;points&quot;:[{&quot;x&quot;:307.3909592647386,&quot;y&quot;:119.44000108603805},{&quot;x&quot;:314.2589692846977,&quot;y&quot;:116.50459137692377}],&quot;closed&quot;:false},&quot;pathStyles&quot;:[{&quot;type&quot;:&quot;FILL&quot;,&quot;fillStyle&quot;:&quot;rgba(0,0,0,0)&quot;},{&quot;type&quot;:&quot;STROKE&quot;,&quot;strokeStyle&quot;:&quot;rgb(208, 211, 214)&quot;,&quot;lineWidth&quot;:2,&quot;lineJoin&quot;:&quot;round&quot;}],&quot;isLocked&quot;:false,&quot;parent&quot;:{&quot;type&quot;:&quot;CHILD&quot;,&quot;parentId&quot;:&quot;088700d6-e252-48b0-a768-529d40867c80&quot;,&quot;order&quot;:&quot;997&quot;},&quot;connectorInfo&quot;:{&quot;connectedObjects&quot;:[],&quot;type&quot;:&quot;LINE&quot;,&quot;offset&quot;:{&quot;x&quot;:0,&quot;y&quot;:0},&quot;bending&quot;:0.1,&quot;firstElementIsHead&quot;:true,&quot;customized&quot;:true},&quot;pathMarkers&quot;:{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},&quot;0ed238a2-97c1-4cc0-85d0-3b97fae824a8&quot;:{&quot;id&quot;:&quot;0ed238a2-97c1-4cc0-85d0-3b97fae824a8&quot;,&quot;type&quot;:&quot;FIGURE_OBJECT&quot;,&quot;relativeTransform&quot;:{&quot;translate&quot;:{&quot;x&quot;:-394.55726134331564,&quot;y&quot;:-515.8803293014084},&quot;rotate&quot;:0,&quot;skewX&quot;:0,&quot;scale&quot;:{&quot;x&quot;:1,&quot;y&quot;:1}},&quot;text&quot;:{&quot;textData&quot;:{&quot;lineSpacing&quot;:&quot;normal&quot;,&quot;alignment&quot;:&quot;left&quot;,&quot;verticalAlign&quot;:&quot;CENTER&quot;,&quot;lines&quot;:[{&quot;runs&quot;:[{&quot;style&quot;:{&quot;fontFamily&quot;:&quot;Arial&quot;,&quot;fontSize&quot;:14.666666666666666,&quot;color&quot;:&quot;black&quot;,&quot;fontWeight&quot;:&quot;bold&quot;,&quot;fontStyle&quot;:&quot;normal&quot;,&quot;decoration&quot;:&quot;none&quot;},&quot;range&quot;:[0,0]}],&quot;text&quot;:&quot;A&quot;,&quot;baseStyle&quot;:{&quot;fontFamily&quot;:&quot;Arial&quot;,&quot;fontSize&quot;:14.666666666666666,&quot;color&quot;:&quot;black&quot;,&quot;fontWeight&quot;:&quot;bold&quot;,&quot;fontStyle&quot;:&quot;normal&quot;,&quot;decoration&quot;:&quot;none&quot;,&quot;script&quot;:&quot;none&quot;}}],&quot;_lastCaretLocation&quot;:{&quot;lineIndex&quot;:0,&quot;runIndex&quot;:-1,&quot;charIndex&quot;:-1,&quot;endOfLine&quot;:true}},&quot;format&quot;:&quot;BETTER_TEXT&quot;,&quot;size&quot;:{&quot;x&quot;:26.886428833007812,&quot;y&quot;:24.24},&quot;targetSize&quot;:{&quot;x&quot;:10.584518432617188,&quot;y&quot;:24.24}},&quot;parent&quot;:{&quot;type&quot;:&quot;CHILD&quot;,&quot;parentId&quot;:&quot;400faf14-4792-494f-a4cf-e1154bba71af&quot;,&quot;order&quot;:&quot;6&quot;}},&quot;9f8916ce-ad77-4ae7-8d10-7db538fb1d29&quot;:{&quot;id&quot;:&quot;9f8916ce-ad77-4ae7-8d10-7db538fb1d29&quot;,&quot;type&quot;:&quot;FIGURE_OBJECT&quot;,&quot;relativeTransform&quot;:{&quot;translate&quot;:{&quot;x&quot;:-75.01270718449584,&quot;y&quot;:-491.74556880310564},&quot;rotate&quot;:0,&quot;skewX&quot;:0,&quot;scale&quot;:{&quot;x&quot;:1,&quot;y&quot;:1}},&quot;text&quot;:{&quot;textData&quot;:{&quot;lineSpacing&quot;:&quot;normal&quot;,&quot;alignment&quot;:&quot;center&quot;,&quot;verticalAlign&quot;:&quot;CENTER&quot;,&quot;lines&quot;:[{&quot;runs&quot;:[{&quot;style&quot;:{&quot;fontFamily&quot;:&quot;Arial&quot;,&quot;fontSize&quot;:14.666666666666666,&quot;color&quot;:&quot;black&quot;,&quot;fontWeight&quot;:&quot;bold&quot;,&quot;fontStyle&quot;:&quot;normal&quot;,&quot;decoration&quot;:&quot;none&quot;,&quot;script&quot;:&quot;none&quot;},&quot;range&quot;:[0,11]},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12,23]}],&quot;text&quot;:&quot;Multi-modal perturbation&quot;}],&quot;_lastCaretLocation&quot;:{&quot;lineIndex&quot;:0,&quot;runIndex&quot;:0,&quot;charIndex&quot;:0}},&quot;format&quot;:&quot;BETTER_TEXT&quot;,&quot;size&quot;:{&quot;x&quot;:192.37696195727497,&quot;y&quot;:15},&quot;targetSize&quot;:{&quot;x&quot;:192.37696195727497,&quot;y&quot;:15}},&quot;parent&quot;:{&quot;type&quot;:&quot;CHILD&quot;,&quot;parentId&quot;:&quot;400faf14-4792-494f-a4cf-e1154bba71af&quot;,&quot;order&quot;:&quot;605&quot;}},&quot;e86fd3b3-77a5-4a8b-a8d6-f6d47cfc4552&quot;:{&quot;id&quot;:&quot;e86fd3b3-77a5-4a8b-a8d6-f6d47cfc4552&quot;,&quot;type&quot;:&quot;FIGURE_OBJECT&quot;,&quot;relativeTransform&quot;:{&quot;translate&quot;:{&quot;x&quot;:-177.35848885999877,&quot;y&quot;:-447.97226411663746},&quot;rotate&quot;:0,&quot;skewX&quot;:0,&quot;scale&quot;:{&quot;x&quot;:1,&quot;y&quot;:1}},&quot;text&quot;:{&quot;textData&quot;:{&quot;lineSpacing&quot;:&quot;normal&quot;,&quot;alignment&quot;:&quot;center&quot;,&quot;verticalAlign&quot;:&quot;CENTER&quot;,&quot;lines&quot;:[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6]}],&quot;text&quot;:&quot;Genetic&quot;}],&quot;_lastCaretLocation&quot;:{&quot;lineIndex&quot;:0,&quot;runIndex&quot;:-1,&quot;charIndex&quot;:-1,&quot;endOfLine&quot;:true}},&quot;format&quot;:&quot;BETTER_TEXT&quot;,&quot;size&quot;:{&quot;x&quot;:58.12713749941978,&quot;y&quot;:15},&quot;targetSize&quot;:{&quot;x&quot;:58.12713749941978,&quot;y&quot;:15}},&quot;parent&quot;:{&quot;type&quot;:&quot;CHILD&quot;,&quot;parentId&quot;:&quot;400faf14-4792-494f-a4cf-e1154bba71af&quot;,&quot;order&quot;:&quot;61&quot;}},&quot;ca6bc355-82eb-4745-9619-bd1ce627b6b2&quot;:{&quot;id&quot;:&quot;ca6bc355-82eb-4745-9619-bd1ce627b6b2&quot;,&quot;type&quot;:&quot;FIGURE_OBJECT&quot;,&quot;relativeTransform&quot;:{&quot;translate&quot;:{&quot;x&quot;:-177.35878248803925,&quot;y&quot;:-387.94433210291584},&quot;rotate&quot;:0,&quot;skewX&quot;:0,&quot;scale&quot;:{&quot;x&quot;:1,&quot;y&quot;:1}},&quot;text&quot;:{&quot;textData&quot;:{&quot;lineSpacing&quot;:&quot;half&quot;,&quot;alignment&quot;:&quot;center&quot;,&quot;verticalAlign&quot;:&quot;CENTER&quot;,&quot;lines&quot;:[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15]}],&quot;text&quot;:&quot;Pharma-cological&quot;}],&quot;_lastCaretLocation&quot;:{&quot;lineIndex&quot;:0,&quot;runIndex&quot;:-1,&quot;charIndex&quot;:-1,&quot;endOfLine&quot;:true}},&quot;format&quot;:&quot;BETTER_TEXT&quot;,&quot;size&quot;:{&quot;x&quot;:58.12713749941978,&quot;y&quot;:27.93103448275862},&quot;targetSize&quot;:{&quot;x&quot;:58.12713749941978,&quot;y&quot;:15}},&quot;parent&quot;:{&quot;type&quot;:&quot;CHILD&quot;,&quot;parentId&quot;:&quot;400faf14-4792-494f-a4cf-e1154bba71af&quot;,&quot;order&quot;:&quot;62&quot;}},&quot;3085750a-33b6-4e04-a98a-e885f1cc6643&quot;:{&quot;id&quot;:&quot;3085750a-33b6-4e04-a98a-e885f1cc6643&quot;,&quot;type&quot;:&quot;FIGURE_OBJECT&quot;,&quot;relativeTransform&quot;:{&quot;translate&quot;:{&quot;x&quot;:-176.5681531252352,&quot;y&quot;:-312.3800426740802},&quot;rotate&quot;:0,&quot;skewX&quot;:0,&quot;scale&quot;:{&quot;x&quot;:1,&quot;y&quot;:1}},&quot;text&quot;:{&quot;textData&quot;:{&quot;lineSpacing&quot;:&quot;normal&quot;,&quot;alignment&quot;:&quot;center&quot;,&quot;verticalAlign&quot;:&quot;CENTER&quot;,&quot;lines&quot;:[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7]}],&quot;text&quot;:&quot;Cytokine&quot;}],&quot;_lastCaretLocation&quot;:{&quot;lineIndex&quot;:0,&quot;runIndex&quot;:-1,&quot;charIndex&quot;:-1,&quot;endOfLine&quot;:true}},&quot;format&quot;:&quot;BETTER_TEXT&quot;,&quot;size&quot;:{&quot;x&quot;:58.12713749941978,&quot;y&quot;:15},&quot;targetSize&quot;:{&quot;x&quot;:58.12713749941978,&quot;y&quot;:15}},&quot;parent&quot;:{&quot;type&quot;:&quot;CHILD&quot;,&quot;parentId&quot;:&quot;400faf14-4792-494f-a4cf-e1154bba71af&quot;,&quot;order&quot;:&quot;63&quot;}},&quot;4e51b657-3b51-45a4-8399-5e72f8fee1c4&quot;:{&quot;id&quot;:&quot;4e51b657-3b51-45a4-8399-5e72f8fee1c4&quot;,&quot;type&quot;:&quot;FIGURE_OBJECT&quot;,&quot;relativeTransform&quot;:{&quot;translate&quot;:{&quot;x&quot;:-2.205235310258072,&quot;y&quot;:-470.4259700888763},&quot;rotate&quot;:0,&quot;skewX&quot;:0,&quot;scale&quot;:{&quot;x&quot;:1,&quot;y&quot;:1}},&quot;text&quot;:{&quot;textData&quot;:{&quot;lineSpacing&quot;:&quot;normal&quot;,&quot;alignment&quot;:&quot;center&quot;,&quot;verticalAlign&quot;:&quot;CENTER&quot;,&quot;lines&quot;:[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12]}],&quot;text&quot;:&quot;Combinatorial&quot;}],&quot;_lastCaretLocation&quot;:{&quot;lineIndex&quot;:0,&quot;runIndex&quot;:-1,&quot;charIndex&quot;:-1,&quot;endOfLine&quot;:true}},&quot;format&quot;:&quot;BETTER_TEXT&quot;,&quot;size&quot;:{&quot;x&quot;:90.81864929199219,&quot;y&quot;:15},&quot;targetSize&quot;:{&quot;x&quot;:58.12713749941978,&quot;y&quot;:15}},&quot;parent&quot;:{&quot;type&quot;:&quot;CHILD&quot;,&quot;parentId&quot;:&quot;400faf14-4792-494f-a4cf-e1154bba71af&quot;,&quot;order&quot;:&quot;65&quot;}},&quot;b6784c19-d434-40a9-a0b4-aa9562cd8dfa&quot;:{&quot;id&quot;:&quot;b6784c19-d434-40a9-a0b4-aa9562cd8dfa&quot;,&quot;type&quot;:&quot;FIGURE_OBJECT&quot;,&quot;relativeTransform&quot;:{&quot;translate&quot;:{&quot;x&quot;:-4.3045546080170665,&quot;y&quot;:-361.03241713071327},&quot;rotate&quot;:0,&quot;skewX&quot;:0,&quot;scale&quot;:{&quot;x&quot;:1,&quot;y&quot;:1}},&quot;text&quot;:{&quot;textData&quot;:{&quot;lineSpacing&quot;:&quot;half&quot;,&quot;alignment&quot;:&quot;center&quot;,&quot;verticalAlign&quot;:&quot;CENTER&quot;,&quot;lines&quot;:[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24]}],&quot;text&quot;:&quot;Multi-modal combinatorial&quot;}],&quot;_lastCaretLocation&quot;:{&quot;lineIndex&quot;:0,&quot;runIndex&quot;:0,&quot;charIndex&quot;:13}},&quot;format&quot;:&quot;BETTER_TEXT&quot;,&quot;size&quot;:{&quot;x&quot;:130.88441467285156,&quot;y&quot;:27.93103448275862},&quot;targetSize&quot;:{&quot;x&quot;:58.12713749941978,&quot;y&quot;:15}},&quot;parent&quot;:{&quot;type&quot;:&quot;CHILD&quot;,&quot;parentId&quot;:&quot;400faf14-4792-494f-a4cf-e1154bba71af&quot;,&quot;order&quot;:&quot;66&quot;}},&quot;16432a05-da89-4805-adfb-b3f5bda6e0c1&quot;:{&quot;id&quot;:&quot;16432a05-da89-4805-adfb-b3f5bda6e0c1&quot;,&quot;type&quot;:&quot;FIGURE_OBJECT&quot;,&quot;relativeTransform&quot;:{&quot;translate&quot;:{&quot;x&quot;:-321.01625066462924,&quot;y&quot;:-488.76017902360786},&quot;rotate&quot;:0,&quot;skewX&quot;:0,&quot;scale&quot;:{&quot;x&quot;:1,&quot;y&quot;:1}},&quot;text&quot;:{&quot;textData&quot;:{&quot;lineSpacing&quot;:&quot;half&quot;,&quot;alignment&quot;:&quot;left&quot;,&quot;verticalAlign&quot;:&quot;CENTER&quot;,&quot;lines&quot;:[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12]},{&quot;style&quot;:{&quot;fontFamily&quot;:&quot;Arial&quot;,&quot;fontSize&quot;:14.666666666666666,&quot;color&quot;:&quot;black&quot;,&quot;fontWeight&quot;:&quot;bold&quot;,&quot;fontStyle&quot;:&quot;normal&quot;,&quot;decoration&quot;:&quot;none&quot;,&quot;script&quot;:&quot;none&quot;},&quot;range&quot;:[13,25]}],&quot;text&quot;:&quot;Single-cell, transcriptome&quot;},{&quot;runs&quot;:[{&quot;style&quot;:{&quot;fontFamily&quot;:&quot;Arial&quot;,&quot;fontSize&quot;:14.666666666666666,&quot;color&quot;:&quot;black&quot;,&quot;fontWeight&quot;:&quot;bold&quot;,&quot;fontStyle&quot;:&quot;normal&quot;,&quot;decoration&quot;:&quot;none&quot;,&quot;script&quot;:&quot;none&quot;},&quot;range&quot;:[0,4]},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5,16]}],&quot;text&quot;:&quot;-wide cell states&quot;,&quot;baseStyle&quot;:{&quot;fontFamily&quot;:&quot;Arial&quot;,&quot;fontSize&quot;:14.666666666666666,&quot;color&quot;:&quot;black&quot;,&quot;fontWeight&quot;:&quot;bold&quot;,&quot;fontStyle&quot;:&quot;normal&quot;,&quot;decoration&quot;:&quot;none&quot;,&quot;script&quot;:&quot;none&quot;}}],&quot;_lastCaretLocation&quot;:{&quot;lineIndex&quot;:1,&quot;runIndex&quot;:1,&quot;charIndex&quot;:5}},&quot;format&quot;:&quot;BETTER_TEXT&quot;,&quot;size&quot;:{&quot;x&quot;:173.96757459987896,&quot;y&quot;:30},&quot;targetSize&quot;:{&quot;x&quot;:173.96757459987896,&quot;y&quot;:30}},&quot;parent&quot;:{&quot;type&quot;:&quot;CHILD&quot;,&quot;parentId&quot;:&quot;400faf14-4792-494f-a4cf-e1154bba71af&quot;,&quot;order&quot;:&quot;67&quot;}},&quot;164128b5-0945-4392-ba4c-6a2c41d0f298&quot;:{&quot;id&quot;:&quot;164128b5-0945-4392-ba4c-6a2c41d0f298&quot;,&quot;type&quot;:&quot;FIGURE_OBJECT&quot;,&quot;relativeTransform&quot;:{&quot;translate&quot;:{&quot;x&quot;:326.09189056042635,&quot;y&quot;:-483.59856172138245},&quot;rotate&quot;:0,&quot;skewX&quot;:0,&quot;scale&quot;:{&quot;x&quot;:1,&quot;y&quot;:1}},&quot;text&quot;:{&quot;textData&quot;:{&quot;lineSpacing&quot;:&quot;half&quot;,&quot;alignment&quot;:&quot;left&quot;,&quot;verticalAlign&quot;:&quot;CENTER&quot;,&quot;lines&quot;:[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25]}],&quot;text&quot;:&quot;Single-cell, transcriptome&quot;},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21]}],&quot;text&quot;:&quot;-wide perturbed states&quot;}],&quot;_lastCaretLocation&quot;:{&quot;lineIndex&quot;:1,&quot;runIndex&quot;:-1,&quot;charIndex&quot;:-1,&quot;endOfLine&quot;:true}},&quot;format&quot;:&quot;BETTER_TEXT&quot;,&quot;size&quot;:{&quot;x&quot;:173.96757459987896,&quot;y&quot;:30},&quot;targetSize&quot;:{&quot;x&quot;:173.96757459987896,&quot;y&quot;:30}},&quot;parent&quot;:{&quot;type&quot;:&quot;CHILD&quot;,&quot;parentId&quot;:&quot;400faf14-4792-494f-a4cf-e1154bba71af&quot;,&quot;order&quot;:&quot;68&quot;}},&quot;8e9d6a99-c3bd-41bd-867e-9d8f182073e5&quot;:{&quot;id&quot;:&quot;8e9d6a99-c3bd-41bd-867e-9d8f182073e5&quot;,&quot;type&quot;:&quot;FIGURE_OBJECT&quot;,&quot;relativeTransform&quot;:{&quot;translate&quot;:{&quot;x&quot;:175.06077647656534,&quot;y&quot;:-444.62046439636663},&quot;rotate&quot;:0,&quot;skewX&quot;:0,&quot;scale&quot;:{&quot;x&quot;:1,&quot;y&quot;:1}},&quot;text&quot;:{&quot;textData&quot;:{&quot;lineSpacing&quot;:&quot;normal&quot;,&quot;alignment&quot;:&quot;center&quot;,&quot;verticalAlign&quot;:&quot;CENTER&quot;,&quot;lines&quot;:[{&quot;runs&quot;:[{&quot;style&quot;:{&quot;fontFamily&quot;:&quot;Arial&quot;,&quot;fontSize&quot;:14.666666666666666,&quot;color&quot;:&quot;black&quot;,&quot;fontWeight&quot;:&quot;bold&quot;,&quot;fontStyle&quot;:&quot;normal&quot;,&quot;decoration&quot;:&quot;none&quot;,&quot;script&quot;:&quot;none&quot;},&quot;range&quot;:[0,11]}],&quot;text&quot;:&quot;scTransmuter&quot;}],&quot;_lastCaretLocation&quot;:{&quot;lineIndex&quot;:0,&quot;runIndex&quot;:-1,&quot;charIndex&quot;:-1,&quot;endOfLine&quot;:true}},&quot;format&quot;:&quot;BETTER_TEXT&quot;,&quot;size&quot;:{&quot;x&quot;:163.26937255002102,&quot;y&quot;:15},&quot;targetSize&quot;:{&quot;x&quot;:163.26937255002102,&quot;y&quot;:15}},&quot;parent&quot;:{&quot;type&quot;:&quot;CHILD&quot;,&quot;parentId&quot;:&quot;400faf14-4792-494f-a4cf-e1154bba71af&quot;,&quot;order&quot;:&quot;7&quot;}},&quot;c64f2755-ef47-4757-93f1-132d358b18f6&quot;:{&quot;id&quot;:&quot;c64f2755-ef47-4757-93f1-132d358b18f6&quot;,&quot;type&quot;:&quot;FIGURE_OBJECT&quot;,&quot;relativeTransform&quot;:{&quot;translate&quot;:{&quot;x&quot;:-394.556586024098,&quot;y&quot;:-247.01860041598783},&quot;rotate&quot;:0,&quot;skewX&quot;:0,&quot;scale&quot;:{&quot;x&quot;:1,&quot;y&quot;:1}},&quot;text&quot;:{&quot;textData&quot;:{&quot;lineSpacing&quot;:&quot;normal&quot;,&quot;alignment&quot;:&quot;left&quot;,&quot;verticalAlign&quot;:&quot;CENTER&quot;,&quot;lines&quot;:[{&quot;runs&quot;:[{&quot;style&quot;:{&quot;fontFamily&quot;:&quot;Arial&quot;,&quot;fontSize&quot;:14.666666666666666,&quot;color&quot;:&quot;black&quot;,&quot;fontWeight&quot;:&quot;bold&quot;,&quot;fontStyle&quot;:&quot;normal&quot;,&quot;decoration&quot;:&quot;none&quot;},&quot;range&quot;:[0,0]}],&quot;text&quot;:&quot;B&quot;}],&quot;_lastCaretLocation&quot;:{&quot;lineIndex&quot;:0,&quot;runIndex&quot;:-1,&quot;charIndex&quot;:-1,&quot;endOfLine&quot;:true}},&quot;format&quot;:&quot;BETTER_TEXT&quot;,&quot;size&quot;:{&quot;x&quot;:26.886428833007812,&quot;y&quot;:24.24},&quot;targetSize&quot;:{&quot;x&quot;:10.584518432617188,&quot;y&quot;:24.24}},&quot;parent&quot;:{&quot;type&quot;:&quot;CHILD&quot;,&quot;parentId&quot;:&quot;400faf14-4792-494f-a4cf-e1154bba71af&quot;,&quot;order&quot;:&quot;705&quot;}},&quot;5d8a8ad6-ec37-4b55-9844-d1a0b042241f&quot;:{&quot;id&quot;:&quot;5d8a8ad6-ec37-4b55-9844-d1a0b042241f&quot;,&quot;type&quot;:&quot;FIGURE_OBJECT&quot;,&quot;relativeTransform&quot;:{&quot;translate&quot;:{&quot;x&quot;:-398.21086997845225,&quot;y&quot;:-94.65948665655657},&quot;rotate&quot;:-1.570796326794897,&quot;skewX&quot;:0,&quot;scale&quot;:{&quot;x&quot;:1,&quot;y&quot;:1}},&quot;text&quot;:{&quot;textData&quot;:{&quot;lineSpacing&quot;:&quot;normal&quot;,&quot;alignment&quot;:&quot;center&quot;,&quot;verticalAlign&quot;:&quot;CENTER&quot;,&quot;lines&quot;:[{&quot;runs&quot;:[{&quot;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,&quot;range&quot;:[0,3]}],&quot;text&quot;:&quot;Cell&quot;}],&quot;_lastCaretLocation&quot;:{&quot;lineIndex&quot;:0,&quot;runIndex&quot;:-1,&quot;charIndex&quot;:-1,&quot;endOfLine&quot;:true}},&quot;format&quot;:&quot;BETTER_TEXT&quot;,&quot;size&quot;:{&quot;x&quot;:31.721672245449803,&quot;y&quot;:15.000000000000004},&quot;targetSize&quot;:{&quot;x&quot;:31.721672245449803,&quot;y&quot;:15.000000000000004}},&quot;parent&quot;:{&quot;type&quot;:&quot;CHILD&quot;,&quot;parentId&quot;:&quot;400faf14-4792-494f-a4cf-e1154bba71af&quot;,&quot;order&quot;:&quot;72&quot;}},&quot;e8af83a0-e833-44ae-ba6f-5a7ae2d76980&quot;:{&quot;id&quot;:&quot;e8af83a0-e833-44ae-ba6f-5a7ae2d76980&quot;,&quot;type&quot;:&quot;FIGURE_OBJECT&quot;,&quot;relativeTransform&quot;:{&quot;translate&quot;:{&quot;x&quot;:-305.08991163858485,&quot;y&quot;:-68.05509000752404},&quot;rotate&quot;:-1.9915985002059202e-16,&quot;skewX&quot;:-4.930380657631324e-32,&quot;scale&quot;:{&quot;x&quot;:1,&quot;y&quot;:1}},&quot;text&quot;:{&quot;textData&quot;:{&quot;lineSpacing&quot;:&quot;normal&quot;,&quot;alignment&quot;:&quot;left&quot;,&quot;verticalAlign&quot;:&quot;CENTER&quot;,&quot;lines&quot;:[{&quot;runs&quot;:[{&quot;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,&quot;range&quot;:[0,24]}],&quot;text&quot;:&quot;Gene (transcriptome-wide)&quot;}],&quot;_lastCaretLocation&quot;:{&quot;lineIndex&quot;:0,&quot;runIndex&quot;:-1,&quot;charIndex&quot;:-1,&quot;endOfLine&quot;:true}},&quot;format&quot;:&quot;BETTER_TEXT&quot;,&quot;size&quot;:{&quot;x&quot;:171.0547677627369,&quot;y&quot;:14},&quot;targetSize&quot;:{&quot;x&quot;:171.0547677627369,&quot;y&quot;:14}},&quot;parent&quot;:{&quot;type&quot;:&quot;CHILD&quot;,&quot;parentId&quot;:&quot;400faf14-4792-494f-a4cf-e1154bba71af&quot;,&quot;order&quot;:&quot;73&quot;}},&quot;9eee9374-a1db-4465-b7dd-3f8a17801aa7&quot;:{&quot;id&quot;:&quot;9eee9374-a1db-4465-b7dd-3f8a17801aa7&quot;,&quot;type&quot;:&quot;FIGURE_OBJECT&quot;,&quot;relativeTransform&quot;:{&quot;translate&quot;:{&quot;x&quot;:-222.8541068274768,&quot;y&quot;:33.18072292112187},&quot;rotate&quot;:0,&quot;skewX&quot;:0,&quot;scale&quot;:{&quot;x&quot;:1,&quot;y&quot;:1}},&quot;text&quot;:{&quot;textData&quot;:{&quot;lineSpacing&quot;:&quot;half&quot;,&quot;alignment&quot;:&quot;left&quot;,&quot;verticalAlign&quot;:&quot;CENTER&quot;,&quot;lines&quot;:[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11]}],&quot;text&quot;:&quot;Perturbation&quot;,&quot;base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},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6]}],&quot;text&quot;:&quot;feature&quot;,&quot;base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}],&quot;_lastCaretLocation&quot;:{&quot;lineIndex&quot;:1,&quot;runIndex&quot;:-1,&quot;charIndex&quot;:-1,&quot;endOfLine&quot;:true}},&quot;format&quot;:&quot;BETTER_TEXT&quot;,&quot;size&quot;:{&quot;x&quot;:80.35139465332031,&quot;y&quot;:27.93103448275862},&quot;targetSize&quot;:{&quot;x&quot;:80.35139465332031,&quot;y&quot;:27.93103448275862}},&quot;parent&quot;:{&quot;type&quot;:&quot;CHILD&quot;,&quot;parentId&quot;:&quot;400faf14-4792-494f-a4cf-e1154bba71af&quot;,&quot;order&quot;:&quot;75&quot;}},&quot;d9e21137-b7c5-43ff-ab8e-01f772b9d5f5&quot;:{&quot;id&quot;:&quot;d9e21137-b7c5-43ff-ab8e-01f772b9d5f5&quot;,&quot;name&quot;:&quot;image.png&quot;,&quot;type&quot;:&quot;FIGURE_OBJECT&quot;,&quot;relativeTransform&quot;:{&quot;translate&quot;:{&quot;x&quot;:-196.43355673609705,&quot;y&quot;:-13.763511113767501},&quot;rotate&quot;:1.5707963267948923,&quot;skewX&quot;:2.0398719814514625e-30,&quot;scale&quot;:{&quot;x&quot;:-0.21986381879395978,&quot;y&quot;:0.2566666666666667}},&quot;image&quot;:{&quot;url&quot;:&quot;https://core.services.biorender.com/api/uploads/noredirect/69bfae5e708a723fc8ddf960/1774169694400_2461db82-55bc-47d5-b549-04b751b57585_icon.png&quot;,&quot;isPremium&quot;:false,&quot;isSignedURL&quot;:true,&quot;size&quot;:{&quot;x&quot;:300,&quot;y&quot;:57.633973710819006}},&quot;source&quot;:{&quot;id&quot;:&quot;69bfae5e708a723fc8ddf960&quot;,&quot;type&quot;:&quot;UPLOADS&quot;},&quot;isPremium&quot;:false,&quot;parent&quot;:{&quot;type&quot;:&quot;CHILD&quot;,&quot;parentId&quot;:&quot;400faf14-4792-494f-a4cf-e1154bba71af&quot;,&quot;order&quot;:&quot;76&quot;}},&quot;b6c3aefc-e4ec-4e6a-a30e-3a4fc608f035&quot;:{&quot;type&quot;:&quot;FIGURE_OBJECT&quot;,&quot;id&quot;:&quot;b6c3aefc-e4ec-4e6a-a30e-3a4fc608f035&quot;,&quot;relativeTransform&quot;:{&quot;translate&quot;:{&quot;x&quot;:-322.86823484933683,&quot;y&quot;:-158.64489102432603},&quot;rotate&quot;:3.141592653589793,&quot;skewX&quot;:0,&quot;scale&quot;:{&quot;x&quot;:1,&quot;y&quot;:1}},&quot;opacity&quot;:1,&quot;path&quot;:{&quot;type&quot;:&quot;POLY_LINE&quot;,&quot;points&quot;:[{&quot;x&quot;:-81.99073106605594,&quot;y&quot;:-140.95809987959552},{&quot;x&quot;:-118.03785878586484,&quot;y&quot;:-140.95809987959552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400faf14-4792-494f-a4cf-e1154bba71af&quot;,&quot;order&quot;:&quot;77&quot;},&quot;connectorInfo&quot;:{&quot;type&quot;:&quot;LINE&quot;,&quot;offset&quot;:{&quot;x&quot;:0,&quot;y&quot;:0},&quot;bending&quot;:0.1,&quot;customized&quot;:false},&quot;pathMarkers&quot;:{&quot;markerEnd&quot;:{&quot;type&quot;:&quot;PATH&quot;,&quot;units&quot;:{&quot;type&quot;:&quot;STROKE_WIDTH&quot;,&quot;scale&quot;:0.8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},&quot;69cc23e2-8ba8-43b1-b429-694b99861648&quot;:{&quot;id&quot;:&quot;69cc23e2-8ba8-43b1-b429-694b99861648&quot;,&quot;type&quot;:&quot;FIGURE_OBJECT&quot;,&quot;relativeTransform&quot;:{&quot;translate&quot;:{&quot;x&quot;:316.0673118814285,&quot;y&quot;:-212.235471738479},&quot;rotate&quot;:0,&quot;skewX&quot;:0,&quot;scale&quot;:{&quot;x&quot;:1,&quot;y&quot;:1}},&quot;text&quot;:{&quot;textData&quot;:{&quot;lineSpacing&quot;:&quot;half&quot;,&quot;alignment&quot;:&quot;left&quot;,&quot;verticalAlign&quot;:&quot;CENTER&quot;,&quot;lines&quot;:[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35]}],&quot;text&quot;:&quot;Perturbation response represented in&quot;,&quot;base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},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19]}],&quot;text&quot;:&quot;the cell×gene matrix&quot;,&quot;base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}],&quot;_lastCaretLocation&quot;:{&quot;lineIndex&quot;:1,&quot;runIndex&quot;:0,&quot;charIndex&quot;:0}},&quot;format&quot;:&quot;BETTER_TEXT&quot;,&quot;size&quot;:{&quot;x&quot;:153.32353718782102,&quot;y&quot;:40.86206896551724},&quot;targetSize&quot;:{&quot;x&quot;:153.32353718782102,&quot;y&quot;:40.86206896551724}},&quot;parent&quot;:{&quot;type&quot;:&quot;CHILD&quot;,&quot;parentId&quot;:&quot;400faf14-4792-494f-a4cf-e1154bba71af&quot;,&quot;order&quot;:&quot;78&quot;}},&quot;36719e6b-67d7-4d58-a639-1df5acb8e903&quot;:{&quot;id&quot;:&quot;36719e6b-67d7-4d58-a639-1df5acb8e903&quot;,&quot;type&quot;:&quot;FIGURE_OBJECT&quot;,&quot;relativeTransform&quot;:{&quot;translate&quot;:{&quot;x&quot;:398.9515007113735,&quot;y&quot;:-94.98396707314325},&quot;rotate&quot;:1.5707963267948963,&quot;skewX&quot;:0,&quot;scale&quot;:{&quot;x&quot;:1,&quot;y&quot;:1}},&quot;text&quot;:{&quot;textData&quot;:{&quot;lineSpacing&quot;:&quot;normal&quot;,&quot;alignment&quot;:&quot;center&quot;,&quot;verticalAlign&quot;:&quot;CENTER&quot;,&quot;lines&quot;:[{&quot;runs&quot;:[{&quot;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,&quot;range&quot;:[0,3]}],&quot;text&quot;:&quot;Cell&quot;}],&quot;_lastCaretLocation&quot;:{&quot;lineIndex&quot;:0,&quot;runIndex&quot;:-1,&quot;charIndex&quot;:-1,&quot;endOfLine&quot;:true}},&quot;format&quot;:&quot;BETTER_TEXT&quot;,&quot;size&quot;:{&quot;x&quot;:31.721672245449803,&quot;y&quot;:15.000000000000004},&quot;targetSize&quot;:{&quot;x&quot;:31.721672245449803,&quot;y&quot;:15.000000000000004}},&quot;parent&quot;:{&quot;type&quot;:&quot;CHILD&quot;,&quot;parentId&quot;:&quot;400faf14-4792-494f-a4cf-e1154bba71af&quot;,&quot;order&quot;:&quot;8&quot;}},&quot;51fba4f4-ab27-4ec8-9e21-9b5c7625835f&quot;:{&quot;id&quot;:&quot;51fba4f4-ab27-4ec8-9e21-9b5c7625835f&quot;,&quot;type&quot;:&quot;FIGURE_OBJECT&quot;,&quot;relativeTransform&quot;:{&quot;translate&quot;:{&quot;x&quot;:323.1699233315242,&quot;y&quot;:-67.99808634361688},&quot;rotate&quot;:-1.9915985002059205e-16,&quot;skewX&quot;:-2.465190328815662e-32,&quot;scale&quot;:{&quot;x&quot;:1,&quot;y&quot;:1}},&quot;text&quot;:{&quot;textData&quot;:{&quot;lineSpacing&quot;:&quot;normal&quot;,&quot;alignment&quot;:&quot;left&quot;,&quot;verticalAlign&quot;:&quot;CENTER&quot;,&quot;lines&quot;:[{&quot;runs&quot;:[{&quot;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,&quot;range&quot;:[0,24]}],&quot;text&quot;:&quot;Gene (transcriptome-wide)&quot;}],&quot;_lastCaretLocation&quot;:{&quot;lineIndex&quot;:0,&quot;runIndex&quot;:-1,&quot;charIndex&quot;:-1,&quot;endOfLine&quot;:true}},&quot;format&quot;:&quot;BETTER_TEXT&quot;,&quot;size&quot;:{&quot;x&quot;:180.17308835199734,&quot;y&quot;:14},&quot;targetSize&quot;:{&quot;x&quot;:180.17308835199734,&quot;y&quot;:14}},&quot;parent&quot;:{&quot;type&quot;:&quot;CHILD&quot;,&quot;parentId&quot;:&quot;400faf14-4792-494f-a4cf-e1154bba71af&quot;,&quot;order&quot;:&quot;81&quot;}},&quot;0052cc80-44a5-41de-afb6-c5f59780dd2a&quot;:{&quot;id&quot;:&quot;0052cc80-44a5-41de-afb6-c5f59780dd2a&quot;,&quot;type&quot;:&quot;FIGURE_OBJECT&quot;,&quot;relativeTransform&quot;:{&quot;translate&quot;:{&quot;x&quot;:-134.22363067259693,&quot;y&quot;:-217.4484350643422},&quot;rotate&quot;:-2.449293598294706e-16,&quot;skewX&quot;:4.930380657631324e-32,&quot;scale&quot;:{&quot;x&quot;:1,&quot;y&quot;:1}},&quot;text&quot;:{&quot;textData&quot;:{&quot;lineSpacing&quot;:&quot;half&quot;,&quot;alignment&quot;:&quot;left&quot;,&quot;verticalAlign&quot;:&quot;CENTER&quot;,&quot;lines&quot;:[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17]}],&quot;text&quot;:&quot;Cell state encoder&quot;,&quot;base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},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21]}],&quot;text&quot;:&quot;(wide &amp; bias-free MLP)&quot;,&quot;base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}],&quot;_lastCaretLocation&quot;:{&quot;lineIndex&quot;:1,&quot;runIndex&quot;:0,&quot;charIndex&quot;:0}},&quot;format&quot;:&quot;BETTER_TEXT&quot;,&quot;size&quot;:{&quot;x&quot;:166.35398164852518,&quot;y&quot;:30.737094851150673},&quot;targetSize&quot;:{&quot;x&quot;:166.35398164852518,&quot;y&quot;:30.737094851150673}},&quot;parent&quot;:{&quot;type&quot;:&quot;CHILD&quot;,&quot;parentId&quot;:&quot;400faf14-4792-494f-a4cf-e1154bba71af&quot;,&quot;order&quot;:&quot;85&quot;}},&quot;ddcc443a-2192-4cf9-b183-386d781752c8&quot;:{&quot;id&quot;:&quot;ddcc443a-2192-4cf9-b183-386d781752c8&quot;,&quot;type&quot;:&quot;FIGURE_OBJECT&quot;,&quot;relativeTransform&quot;:{&quot;translate&quot;:{&quot;x&quot;:26.705296002398356,&quot;y&quot;:-200.03996472667512},&quot;rotate&quot;:-2.449293598294706e-16,&quot;skewX&quot;:4.930380657631324e-32,&quot;scale&quot;:{&quot;x&quot;:1,&quot;y&quot;:1}},&quot;text&quot;:{&quot;textData&quot;:{&quot;lineSpacing&quot;:&quot;half&quot;,&quot;alignment&quot;:&quot;center&quot;,&quot;verticalAlign&quot;:&quot;CENTER&quot;,&quot;lines&quot;:[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18]}],&quot;text&quot;:&quot;Latent distribution&quot;}],&quot;_lastCaretLocation&quot;:{&quot;lineIndex&quot;:0,&quot;runIndex&quot;:0,&quot;charIndex&quot;:7}},&quot;format&quot;:&quot;BETTER_TEXT&quot;,&quot;size&quot;:{&quot;x&quot;:128.18061692829957,&quot;y&quot;:15},&quot;targetSize&quot;:{&quot;x&quot;:128.18061692829957,&quot;y&quot;:15}},&quot;parent&quot;:{&quot;type&quot;:&quot;CHILD&quot;,&quot;parentId&quot;:&quot;400faf14-4792-494f-a4cf-e1154bba71af&quot;,&quot;order&quot;:&quot;87&quot;}},&quot;58a7ff0d-33da-41d0-ab03-f61c4fc5097a&quot;:{&quot;type&quot;:&quot;FIGURE_OBJECT&quot;,&quot;id&quot;:&quot;58a7ff0d-33da-41d0-ab03-f61c4fc5097a&quot;,&quot;relativeTransform&quot;:{&quot;translate&quot;:{&quot;x&quot;:-83.31144221137868,&quot;y&quot;:-135.50823732024614},&quot;rotate&quot;:0,&quot;skewX&quot;:0,&quot;scale&quot;:{&quot;x&quot;:1,&quot;y&quot;:1}},&quot;opacity&quot;:1,&quot;path&quot;:{&quot;type&quot;:&quot;ELLIPSE&quot;,&quot;size&quot;:{&quot;x&quot;:6.639713640560217,&quot;y&quot;:6.639713640560217}},&quot;isLocked&quot;:false,&quot;pathStyles&quot;:[{&quot;type&quot;:&quot;FILL&quot;,&quot;fillStyle&quot;:&quot;rgba(23,23,23,1)&quot;},{&quot;type&quot;:&quot;STROKE&quot;,&quot;strokeStyle&quot;:&quot;rgba(23,23,23,1)&quot;,&quot;lineWidth&quot;:2,&quot;lineJoin&quot;:&quot;round&quot;}],&quot;parent&quot;:{&quot;type&quot;:&quot;CHILD&quot;,&quot;parentId&quot;:&quot;400faf14-4792-494f-a4cf-e1154bba71af&quot;,&quot;order&quot;:&quot;9&quot;}},&quot;71a62424-c633-48b2-bd25-43656dfbef90&quot;:{&quot;id&quot;:&quot;71a62424-c633-48b2-bd25-43656dfbef90&quot;,&quot;type&quot;:&quot;FIGURE_OBJECT&quot;,&quot;relativeTransform&quot;:{&quot;translate&quot;:{&quot;x&quot;:-77.50592927286368,&quot;y&quot;:-169.69771476653673},&quot;rotate&quot;:-2.449293598294706e-16,&quot;skewX&quot;:9.860761315262648e-32,&quot;scale&quot;:{&quot;x&quot;:1,&quot;y&quot;:1}},&quot;text&quot;:{&quot;textData&quot;:{&quot;lineSpacing&quot;:&quot;half&quot;,&quot;alignment&quot;:&quot;left&quot;,&quot;verticalAlign&quot;:&quot;CENTER&quot;,&quot;lines&quot;:[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8]}],&quot;text&quot;:&quot;Embedding&quot;},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5]}],&quot;text&quot;:&quot;fusion&quot;}],&quot;_lastCaretLocation&quot;:{&quot;lineIndex&quot;:0,&quot;runIndex&quot;:0,&quot;charIndex&quot;:1}},&quot;format&quot;:&quot;BETTER_TEXT&quot;,&quot;size&quot;:{&quot;x&quot;:74.15023803710938,&quot;y&quot;:27.93103448275862},&quot;targetSize&quot;:{&quot;x&quot;:74.15023803710938,&quot;y&quot;:27.93103448275862}},&quot;parent&quot;:{&quot;type&quot;:&quot;CHILD&quot;,&quot;parentId&quot;:&quot;400faf14-4792-494f-a4cf-e1154bba71af&quot;,&quot;order&quot;:&quot;92&quot;}},&quot;eb3bf172-e7f6-4120-810c-c487cc489ae1&quot;:{&quot;id&quot;:&quot;eb3bf172-e7f6-4120-810c-c487cc489ae1&quot;,&quot;type&quot;:&quot;FIGURE_OBJECT&quot;,&quot;relativeTransform&quot;:{&quot;translate&quot;:{&quot;x&quot;:-36.71943884682383,&quot;y&quot;:-92.66443020661904},&quot;rotate&quot;:-1.5707963267948968,&quot;skewX&quot;:0,&quot;scale&quot;:{&quot;x&quot;:1,&quot;y&quot;:1}},&quot;text&quot;:{&quot;textData&quot;:{&quot;lineSpacing&quot;:&quot;normal&quot;,&quot;alignment&quot;:&quot;center&quot;,&quot;verticalAlign&quot;:&quot;CENTER&quot;,&quot;lines&quot;:[{&quot;runs&quot;:[{&quot;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,&quot;range&quot;:[0,3]}],&quot;text&quot;:&quot;Cell&quot;}],&quot;_lastCaretLocation&quot;:{&quot;lineIndex&quot;:0,&quot;runIndex&quot;:-1,&quot;charIndex&quot;:-1,&quot;endOfLine&quot;:true}},&quot;format&quot;:&quot;BETTER_TEXT&quot;,&quot;size&quot;:{&quot;x&quot;:31.721672245449803,&quot;y&quot;:15.000000000000004},&quot;targetSize&quot;:{&quot;x&quot;:31.721672245449803,&quot;y&quot;:15.000000000000004}},&quot;parent&quot;:{&quot;type&quot;:&quot;CHILD&quot;,&quot;parentId&quot;:&quot;400faf14-4792-494f-a4cf-e1154bba71af&quot;,&quot;order&quot;:&quot;97&quot;}},&quot;ed0bf3ab-a944-411c-a4d1-6135e2b67b7f&quot;:{&quot;id&quot;:&quot;ed0bf3ab-a944-411c-a4d1-6135e2b67b7f&quot;,&quot;type&quot;:&quot;FIGURE_OBJECT&quot;,&quot;relativeTransform&quot;:{&quot;translate&quot;:{&quot;x&quot;:-311.4950836906746,&quot;y&quot;:-211.95649381743877},&quot;rotate&quot;:0,&quot;skewX&quot;:0,&quot;scale&quot;:{&quot;x&quot;:1,&quot;y&quot;:1}},&quot;text&quot;:{&quot;textData&quot;:{&quot;lineSpacing&quot;:&quot;half&quot;,&quot;alignment&quot;:&quot;left&quot;,&quot;verticalAlign&quot;:&quot;CENTER&quot;,&quot;lines&quot;:[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20]}],&quot;text&quot;:&quot;A batch of cells with&quot;},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41]}],&quot;text&quot;:&quot;states represented in the cell×gene matrix&quot;,&quot;base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}],&quot;_lastCaretLocation&quot;:{&quot;lineIndex&quot;:0,&quot;runIndex&quot;:0,&quot;charIndex&quot;:7}},&quot;format&quot;:&quot;BETTER_TEXT&quot;,&quot;size&quot;:{&quot;x&quot;:153.32353718782102,&quot;y&quot;:40.86206896551724},&quot;targetSize&quot;:{&quot;x&quot;:153.32353718782102,&quot;y&quot;:40.86206896551724}},&quot;parent&quot;:{&quot;type&quot;:&quot;CHILD&quot;,&quot;parentId&quot;:&quot;400faf14-4792-494f-a4cf-e1154bba71af&quot;,&quot;order&quot;:&quot;98&quot;}},&quot;a9b9f9ea-f9c6-4f11-8ce3-0a37ec3f9f50&quot;:{&quot;id&quot;:&quot;a9b9f9ea-f9c6-4f11-8ce3-0a37ec3f9f50&quot;,&quot;type&quot;:&quot;FIGURE_OBJECT&quot;,&quot;parent&quot;:{&quot;type&quot;:&quot;CHILD&quot;,&quot;parentId&quot;:&quot;400faf14-4792-494f-a4cf-e1154bba71af&quot;,&quot;order&quot;:&quot;99&quot;},&quot;source&quot;:{&quot;id&quot;:&quot;68c2076ccdec2bfa449f0877&quot;,&quot;type&quot;:&quot;TEMPLATES&quot;},&quot;assetId&quot;:&quot;68c2076ccdec2bfa449f0877&quot;,&quot;relativeTransform&quot;:{&quot;translate&quot;:{&quot;x&quot;:-101.25851883198,&quot;y&quot;:-89.69296202941527},&quot;rotate&quot;:-1.570796326794896,&quot;skewX&quot;:0,&quot;scale&quot;:{&quot;x&quot;:1,&quot;y&quot;:1}}},&quot;4afae39c-4ffd-4573-98d4-03c58533796f&quot;:{&quot;type&quot;:&quot;FIGURE_OBJECT&quot;,&quot;id&quot;:&quot;4afae39c-4ffd-4573-98d4-03c58533796f&quot;,&quot;parent&quot;:{&quot;type&quot;:&quot;CHILD&quot;,&quot;parentId&quot;:&quot;a9b9f9ea-f9c6-4f11-8ce3-0a37ec3f9f50&quot;,&quot;order&quot;:&quot;9999999999999999999999999999996&quot;},&quot;relativeTransform&quot;:{&quot;translate&quot;:{&quot;x&quot;:-0.8675390730574538,&quot;y&quot;:-5.197018843322662},&quot;rotate&quot;:0},&quot;isLocked&quot;:false},&quot;2b8940db-1567-4c80-a066-5daab254ac36&quot;:{&quot;type&quot;:&quot;FIGURE_OBJECT&quot;,&quot;id&quot;:&quot;2b8940db-1567-4c80-a066-5daab254ac36&quot;,&quot;relativeTransform&quot;:{&quot;translate&quot;:{&quot;x&quot;:-48.55823366368695,&quot;y&quot;:-7.641268048650873},&quot;rotate&quot;:0},&quot;opacity&quot;:1,&quot;path&quot;:{&quot;type&quot;:&quot;ELLIPSE&quot;,&quot;size&quot;:{&quot;x&quot;: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4afae39c-4ffd-4573-98d4-03c58533796f&quot;,&quot;order&quot;:&quot;1&quot;}},&quot;3c2c0741-36e5-4503-b6b1-7956f3aeb390&quot;:{&quot;type&quot;:&quot;FIGURE_OBJECT&quot;,&quot;id&quot;:&quot;3c2c0741-36e5-4503-b6b1-7956f3aeb390&quot;,&quot;relativeTransform&quot;:{&quot;translate&quot;:{&quot;x&quot;:-48.55823366368695,&quot;y&quot;:13.478319276423875},&quot;rotate&quot;:0},&quot;opacity&quot;:1,&quot;path&quot;:{&quot;type&quot;:&quot;ELLIPSE&quot;,&quot;size&quot;:{&quot;x&quot;: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4afae39c-4ffd-4573-98d4-03c58533796f&quot;,&quot;order&quot;:&quot;2&quot;}},&quot;6767e907-bbf5-49c4-b3b8-69074724836d&quot;:{&quot;type&quot;:&quot;FIGURE_OBJECT&quot;,&quot;id&quot;:&quot;6767e907-bbf5-49c4-b3b8-69074724836d&quot;,&quot;relativeTransform&quot;:{&quot;translate&quot;:{&quot;x&quot;:-48.55823366368695,&quot;y&quot;:34.597906601498636},&quot;rotate&quot;:0},&quot;opacity&quot;:1,&quot;path&quot;:{&quot;type&quot;:&quot;ELLIPSE&quot;,&quot;size&quot;:{&quot;x&quot;: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4afae39c-4ffd-4573-98d4-03c58533796f&quot;,&quot;order&quot;:&quot;5&quot;}},&quot;52b75d0f-4039-437a-916b-2e497ec4bcd2&quot;:{&quot;type&quot;:&quot;FIGURE_OBJECT&quot;,&quot;id&quot;:&quot;52b75d0f-4039-437a-916b-2e497ec4bcd2&quot;,&quot;relativeTransform&quot;:{&quot;translate&quot;:{&quot;x&quot;:-48.55823366368695,&quot;y&quot;:55.740065774204645},&quot;rotate&quot;:0},&quot;opacity&quot;:1,&quot;path&quot;:{&quot;type&quot;:&quot;ELLIPSE&quot;,&quot;size&quot;:{&quot;x&quot;: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4afae39c-4ffd-4573-98d4-03c58533796f&quot;,&quot;order&quot;:&quot;7&quot;}},&quot;9ee29a21-537a-495e-ad37-66bf68d8b819&quot;:{&quot;type&quot;:&quot;FIGURE_OBJECT&quot;,&quot;id&quot;:&quot;9ee29a21-537a-495e-ad37-66bf68d8b819&quot;,&quot;parent&quot;:{&quot;type&quot;:&quot;CHILD&quot;,&quot;parentId&quot;:&quot;a9b9f9ea-f9c6-4f11-8ce3-0a37ec3f9f50&quot;,&quot;order&quot;:&quot;99999999999999999999999982&quot;},&quot;relativeTransform&quot;:{&quot;translate&quot;:{&quot;x&quot;:2.205252088754708,&quot;y&quot;:-7.6152579832981155},&quot;rotate&quot;:0}},&quot;b6e3a6df-2ba4-488b-bc59-5fcaac720009&quot;:{&quot;type&quot;:&quot;FIGURE_OBJECT&quot;,&quot;id&quot;:&quot;b6e3a6df-2ba4-488b-bc59-5fcaac720009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-28.59593513839811},{&quot;x&quot;:-55.725745582829724,&quot;y&quot;:-7.641268048650871}],&quot;closed&quot;:false},&quot;pathStyles&quot;:[{&quot;type&quot;:&quot;FILL&quot;,&quot;fillStyle&quot;:&quot;rgba(0,0,0,0)&quot;},{&quot;type&quot;:&quot;STROKE&quot;,&quot;strokeStyle&quot;:&quot;rgb(208, 211, 214)&quot;,&quot;lineWidth&quot;:1,&quot;lineJoin&quot;:&quot;round&quot;}],&quot;pathMarkers&quot;:{},&quot;isLocked&quot;:false,&quot;parent&quot;:{&quot;type&quot;:&quot;CHILD&quot;,&quot;parentId&quot;:&quot;9ee29a21-537a-495e-ad37-66bf68d8b819&quot;,&quot;order&quot;:&quot;02&quot;},&quot;connectorInfo&quot;:{&quot;connectedObjects&quot;:[],&quot;type&quot;:&quot;LINE&quot;,&quot;offset&quot;:{&quot;x&quot;:0,&quot;y&quot;:0},&quot;bending&quot;:0.1,&quot;firstElementIsHead&quot;:true,&quot;customized&quot;:false}},&quot;6ab3ab52-a9ba-4a4e-9e28-718650929445&quot;:{&quot;type&quot;:&quot;FIGURE_OBJECT&quot;,&quot;id&quot;:&quot;6ab3ab52-a9ba-4a4e-9e28-718650929445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-28.59593513839811},{&quot;x&quot;:-55.725745582829724,&quot;y&quot;:13.478319276423871}],&quot;closed&quot;:false},&quot;pathStyles&quot;:[{&quot;type&quot;:&quot;FILL&quot;,&quot;fillStyle&quot;:&quot;rgba(0,0,0,0)&quot;},{&quot;type&quot;:&quot;STROKE&quot;,&quot;strokeStyle&quot;:&quot;rgb(208, 211, 214)&quot;,&quot;lineWidth&quot;:1,&quot;lineJoin&quot;:&quot;round&quot;}],&quot;pathMarkers&quot;:{},&quot;isLocked&quot;:false,&quot;parent&quot;:{&quot;type&quot;:&quot;CHILD&quot;,&quot;parentId&quot;:&quot;9ee29a21-537a-495e-ad37-66bf68d8b819&quot;,&quot;order&quot;:&quot;05&quot;},&quot;connectorInfo&quot;:{&quot;connectedObjects&quot;:[],&quot;type&quot;:&quot;LINE&quot;,&quot;offset&quot;:{&quot;x&quot;:0,&quot;y&quot;:0},&quot;bending&quot;:0.1,&quot;firstElementIsHead&quot;:true,&quot;customized&quot;:false}},&quot;cf3afeb5-0662-4b3a-995f-a6845e35e5b9&quot;:{&quot;type&quot;:&quot;FIGURE_OBJECT&quot;,&quot;id&quot;:&quot;cf3afeb5-0662-4b3a-995f-a6845e35e5b9&quot;,&quot;relativeTransform&quot;:{&quot;translate&quot;:{&quot;x&quot;:-0.8935652452491774,&quot;y&quot;:2.1911213951708532},&quot;rotate&quot;:0},&quot;opacity&quot;:1,&quot;path&quot;:{&quot;type&quot;:&quot;POLY_LINE&quot;,&quot;points&quot;:[{&quot;x&quot;:-93.91443402116086,&quot;y&quot;:-7.262002002087929},{&quot;x&quot;:-55.725745582829724,&quot;y&quot;:-7.262002002087929}],&quot;closed&quot;:false},&quot;pathStyles&quot;:[{&quot;type&quot;:&quot;FILL&quot;,&quot;fillStyle&quot;:&quot;rgba(0,0,0,0)&quot;},{&quot;type&quot;:&quot;STROKE&quot;,&quot;strokeStyle&quot;:&quot;rgb(208, 211, 214)&quot;,&quot;lineWidth&quot;:1,&quot;lineJoin&quot;:&quot;round&quot;}],&quot;pathMarkers&quot;:{},&quot;isLocked&quot;:false,&quot;parent&quot;:{&quot;type&quot;:&quot;CHILD&quot;,&quot;parentId&quot;:&quot;9ee29a21-537a-495e-ad37-66bf68d8b819&quot;,&quot;order&quot;:&quot;07&quot;},&quot;connectorInfo&quot;:{&quot;connectedObjects&quot;:[],&quot;type&quot;:&quot;LINE&quot;,&quot;offset&quot;:{&quot;x&quot;:0,&quot;y&quot;:0},&quot;bending&quot;:0.1,&quot;firstElementIsHead&quot;:true,&quot;customized&quot;:false}},&quot;389254c8-b63c-448a-bcc3-48e8124b08c7&quot;:{&quot;type&quot;:&quot;FIGURE_OBJECT&quot;,&quot;id&quot;:&quot;389254c8-b63c-448a-bcc3-48e8124b08c7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13.592547700680315},{&quot;x&quot;:-55.725745582829724,&quot;y&quot;:-7.641268048650871}],&quot;closed&quot;:false},&quot;pathStyles&quot;:[{&quot;type&quot;:&quot;FILL&quot;,&quot;fillStyle&quot;:&quot;rgba(0,0,0,0)&quot;},{&quot;type&quot;:&quot;STROKE&quot;,&quot;strokeStyle&quot;:&quot;rgb(208, 211, 214)&quot;,&quot;lineWidth&quot;:1,&quot;lineJoin&quot;:&quot;round&quot;}],&quot;pathMarkers&quot;:{},&quot;isLocked&quot;:false,&quot;parent&quot;:{&quot;type&quot;:&quot;CHILD&quot;,&quot;parentId&quot;:&quot;9ee29a21-537a-495e-ad37-66bf68d8b819&quot;,&quot;order&quot;:&quot;1&quot;},&quot;connectorInfo&quot;:{&quot;connectedObjects&quot;:[],&quot;type&quot;:&quot;LINE&quot;,&quot;offset&quot;:{&quot;x&quot;:0,&quot;y&quot;:0},&quot;bending&quot;:0.1,&quot;firstElementIsHead&quot;:true,&quot;customized&quot;:false}},&quot;6496860a-ef14-493a-96d8-c7c62f849b6a&quot;:{&quot;type&quot;:&quot;FIGURE_OBJECT&quot;,&quot;id&quot;:&quot;6496860a-ef14-493a-96d8-c7c62f849b6a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34.712135025755074},{&quot;x&quot;:-55.725745582829724,&quot;y&quot;:-7.641268048650871}],&quot;closed&quot;:false},&quot;pathStyles&quot;:[{&quot;type&quot;:&quot;FILL&quot;,&quot;fillStyle&quot;:&quot;rgba(0,0,0,0)&quot;},{&quot;type&quot;:&quot;STROKE&quot;,&quot;strokeStyle&quot;:&quot;rgb(208, 211, 214)&quot;,&quot;lineWidth&quot;:1,&quot;lineJoin&quot;:&quot;round&quot;}],&quot;pathMarkers&quot;:{},&quot;isLocked&quot;:false,&quot;parent&quot;:{&quot;type&quot;:&quot;CHILD&quot;,&quot;parentId&quot;:&quot;9ee29a21-537a-495e-ad37-66bf68d8b819&quot;,&quot;order&quot;:&quot;12&quot;},&quot;connectorInfo&quot;:{&quot;connectedObjects&quot;:[],&quot;type&quot;:&quot;LINE&quot;,&quot;offset&quot;:{&quot;x&quot;:0,&quot;y&quot;:0},&quot;bending&quot;:0.1,&quot;firstElementIsHead&quot;:true,&quot;customized&quot;:false}},&quot;7578e94d-f6c5-4a83-a3e9-113b60da9e23&quot;:{&quot;type&quot;:&quot;FIGURE_OBJECT&quot;,&quot;id&quot;:&quot;7578e94d-f6c5-4a83-a3e9-113b60da9e23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55.85429419846107},{&quot;x&quot;:-55.725745582829724,&quot;y&quot;:-7.641268048650871}],&quot;closed&quot;:false},&quot;pathStyles&quot;:[{&quot;type&quot;:&quot;FILL&quot;,&quot;fillStyle&quot;:&quot;rgba(0,0,0,0)&quot;},{&quot;type&quot;:&quot;STROKE&quot;,&quot;strokeStyle&quot;:&quot;rgb(208, 211, 214)&quot;,&quot;lineWidth&quot;:1,&quot;lineJoin&quot;:&quot;round&quot;}],&quot;pathMarkers&quot;:{},&quot;isLocked&quot;:false,&quot;parent&quot;:{&quot;type&quot;:&quot;CHILD&quot;,&quot;parentId&quot;:&quot;9ee29a21-537a-495e-ad37-66bf68d8b819&quot;,&quot;order&quot;:&quot;15&quot;},&quot;connectorInfo&quot;:{&quot;connectedObjects&quot;:[],&quot;type&quot;:&quot;LINE&quot;,&quot;offset&quot;:{&quot;x&quot;:0,&quot;y&quot;:0},&quot;bending&quot;:0.1,&quot;firstElementIsHead&quot;:true,&quot;customized&quot;:false}},&quot;8d6b83cb-ba2a-4625-b7df-9aa2f15703b9&quot;:{&quot;type&quot;:&quot;FIGURE_OBJECT&quot;,&quot;id&quot;:&quot;8d6b83cb-ba2a-4625-b7df-9aa2f15703b9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76.8393618590449},{&quot;x&quot;:-55.725745582829724,&quot;y&quot;:-7.641268048650871}],&quot;closed&quot;:false},&quot;pathStyles&quot;:[{&quot;type&quot;:&quot;FILL&quot;,&quot;fillStyle&quot;:&quot;rgba(0,0,0,0)&quot;},{&quot;type&quot;:&quot;STROKE&quot;,&quot;strokeStyle&quot;:&quot;rgb(208, 211, 214)&quot;,&quot;lineWidth&quot;:1,&quot;lineJoin&quot;:&quot;round&quot;}],&quot;pathMarkers&quot;:{},&quot;isLocked&quot;:false,&quot;parent&quot;:{&quot;type&quot;:&quot;CHILD&quot;,&quot;parentId&quot;:&quot;9ee29a21-537a-495e-ad37-66bf68d8b819&quot;,&quot;order&quot;:&quot;2&quot;},&quot;connectorInfo&quot;:{&quot;connectedObjects&quot;:[],&quot;type&quot;:&quot;LINE&quot;,&quot;offset&quot;:{&quot;x&quot;:0,&quot;y&quot;:0},&quot;bending&quot;:0.1,&quot;firstElementIsHead&quot;:true,&quot;customized&quot;:false}},&quot;53162373-878a-456f-a9f2-bec5306f0743&quot;:{&quot;type&quot;:&quot;FIGURE_OBJECT&quot;,&quot;id&quot;:&quot;53162373-878a-456f-a9f2-bec5306f0743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-7.5270396243944235},{&quot;x&quot;:-55.725745582829724,&quot;y&quot;:13.818995896343868}],&quot;closed&quot;:false},&quot;pathStyles&quot;:[{&quot;type&quot;:&quot;FILL&quot;,&quot;fillStyle&quot;:&quot;rgba(0,0,0,0)&quot;},{&quot;type&quot;:&quot;STROKE&quot;,&quot;strokeStyle&quot;:&quot;rgb(208, 211, 214)&quot;,&quot;lineWidth&quot;:1,&quot;lineJoin&quot;:&quot;round&quot;}],&quot;pathMarkers&quot;:{},&quot;isLocked&quot;:false,&quot;parent&quot;:{&quot;type&quot;:&quot;CHILD&quot;,&quot;parentId&quot;:&quot;9ee29a21-537a-495e-ad37-66bf68d8b819&quot;,&quot;order&quot;:&quot;22&quot;},&quot;connectorInfo&quot;:{&quot;connectedObjects&quot;:[],&quot;type&quot;:&quot;LINE&quot;,&quot;offset&quot;:{&quot;x&quot;:0,&quot;y&quot;:0},&quot;bending&quot;:0.1,&quot;firstElementIsHead&quot;:true,&quot;customized&quot;:false}},&quot;16ce5b07-16d3-4fe4-b76c-8af2f6c7dcf6&quot;:{&quot;type&quot;:&quot;FIGURE_OBJECT&quot;,&quot;id&quot;:&quot;16ce5b07-16d3-4fe4-b76c-8af2f6c7dcf6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-28.59593513839811},{&quot;x&quot;:-55.725745582829724,&quot;y&quot;:34.597906601498636}],&quot;closed&quot;:false},&quot;pathStyles&quot;:[{&quot;type&quot;:&quot;FILL&quot;,&quot;fillStyle&quot;:&quot;rgba(0,0,0,0)&quot;},{&quot;type&quot;:&quot;STROKE&quot;,&quot;strokeStyle&quot;:&quot;rgb(208, 211, 214)&quot;,&quot;lineWidth&quot;:1,&quot;lineJoin&quot;:&quot;round&quot;}],&quot;pathMarkers&quot;:{},&quot;isLocked&quot;:false,&quot;parent&quot;:{&quot;type&quot;:&quot;CHILD&quot;,&quot;parentId&quot;:&quot;9ee29a21-537a-495e-ad37-66bf68d8b819&quot;,&quot;order&quot;:&quot;25&quot;},&quot;connectorInfo&quot;:{&quot;connectedObjects&quot;:[],&quot;type&quot;:&quot;LINE&quot;,&quot;offset&quot;:{&quot;x&quot;:0,&quot;y&quot;:0},&quot;bending&quot;:0.1,&quot;firstElementIsHead&quot;:true,&quot;customized&quot;:false}},&quot;4565a393-31df-41aa-b2f8-88a91a93565f&quot;:{&quot;type&quot;:&quot;FIGURE_OBJECT&quot;,&quot;id&quot;:&quot;4565a393-31df-41aa-b2f8-88a91a93565f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-7.5270396243944235},{&quot;x&quot;:-55.725745582829724,&quot;y&quot;:34.597906601498636}],&quot;closed&quot;:false},&quot;pathStyles&quot;:[{&quot;type&quot;:&quot;FILL&quot;,&quot;fillStyle&quot;:&quot;rgba(0,0,0,0)&quot;},{&quot;type&quot;:&quot;STROKE&quot;,&quot;strokeStyle&quot;:&quot;rgb(208, 211, 214)&quot;,&quot;lineWidth&quot;:1,&quot;lineJoin&quot;:&quot;round&quot;}],&quot;pathMarkers&quot;:{},&quot;isLocked&quot;:false,&quot;parent&quot;:{&quot;type&quot;:&quot;CHILD&quot;,&quot;parentId&quot;:&quot;9ee29a21-537a-495e-ad37-66bf68d8b819&quot;,&quot;order&quot;:&quot;3&quot;},&quot;connectorInfo&quot;:{&quot;connectedObjects&quot;:[],&quot;type&quot;:&quot;LINE&quot;,&quot;offset&quot;:{&quot;x&quot;:0,&quot;y&quot;:0},&quot;bending&quot;:0.1,&quot;firstElementIsHead&quot;:true,&quot;customized&quot;:false}},&quot;02c134d9-4e8a-4c4d-a84b-203ace45316b&quot;:{&quot;type&quot;:&quot;FIGURE_OBJECT&quot;,&quot;id&quot;:&quot;02c134d9-4e8a-4c4d-a84b-203ace45316b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13.592547700680315},{&quot;x&quot;:-55.725745582829724,&quot;y&quot;:34.597906601498636}],&quot;closed&quot;:false},&quot;pathStyles&quot;:[{&quot;type&quot;:&quot;FILL&quot;,&quot;fillStyle&quot;:&quot;rgba(0,0,0,0)&quot;},{&quot;type&quot;:&quot;STROKE&quot;,&quot;strokeStyle&quot;:&quot;rgb(208, 211, 214)&quot;,&quot;lineWidth&quot;:1,&quot;lineJoin&quot;:&quot;round&quot;}],&quot;pathMarkers&quot;:{},&quot;isLocked&quot;:false,&quot;parent&quot;:{&quot;type&quot;:&quot;CHILD&quot;,&quot;parentId&quot;:&quot;9ee29a21-537a-495e-ad37-66bf68d8b819&quot;,&quot;order&quot;:&quot;35&quot;},&quot;connectorInfo&quot;:{&quot;connectedObjects&quot;:[],&quot;type&quot;:&quot;LINE&quot;,&quot;offset&quot;:{&quot;x&quot;:0,&quot;y&quot;:0},&quot;bending&quot;:0.1,&quot;firstElementIsHead&quot;:true,&quot;customized&quot;:false}},&quot;9f773391-59ec-4e59-85be-1a41f3a6de0a&quot;:{&quot;type&quot;:&quot;FIGURE_OBJECT&quot;,&quot;id&quot;:&quot;9f773391-59ec-4e59-85be-1a41f3a6de0a&quot;,&quot;relativeTransform&quot;:{&quot;translate&quot;:{&quot;x&quot;:-0.8935652452491774,&quot;y&quot;:2.1911213951708532},&quot;rotate&quot;:0},&quot;opacity&quot;:1,&quot;path&quot;:{&quot;type&quot;:&quot;POLY_LINE&quot;,&quot;points&quot;:[{&quot;x&quot;:-93.7190326740467,&quot;y&quot;:34.96761637473807},{&quot;x&quot;:-55.725745582829724,&quot;y&quot;:34.96761637473807}],&quot;closed&quot;:false},&quot;pathStyles&quot;:[{&quot;type&quot;:&quot;FILL&quot;,&quot;fillStyle&quot;:&quot;rgba(0,0,0,0)&quot;},{&quot;type&quot;:&quot;STROKE&quot;,&quot;strokeStyle&quot;:&quot;rgb(208, 211, 214)&quot;,&quot;lineWidth&quot;:1,&quot;lineJoin&quot;:&quot;round&quot;}],&quot;pathMarkers&quot;:{},&quot;isLocked&quot;:false,&quot;parent&quot;:{&quot;type&quot;:&quot;CHILD&quot;,&quot;parentId&quot;:&quot;9ee29a21-537a-495e-ad37-66bf68d8b819&quot;,&quot;order&quot;:&quot;4&quot;},&quot;connectorInfo&quot;:{&quot;connectedObjects&quot;:[],&quot;type&quot;:&quot;LINE&quot;,&quot;offset&quot;:{&quot;x&quot;:0,&quot;y&quot;:0},&quot;bending&quot;:0.1,&quot;firstElementIsHead&quot;:true,&quot;customized&quot;:false}},&quot;ab0d1521-29a2-4837-83e4-66a489129b45&quot;:{&quot;type&quot;:&quot;FIGURE_OBJECT&quot;,&quot;id&quot;:&quot;ab0d1521-29a2-4837-83e4-66a489129b45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55.85429419846107},{&quot;x&quot;:-55.725745582829724,&quot;y&quot;:34.597906601498636}],&quot;closed&quot;:false},&quot;pathStyles&quot;:[{&quot;type&quot;:&quot;FILL&quot;,&quot;fillStyle&quot;:&quot;rgba(0,0,0,0)&quot;},{&quot;type&quot;:&quot;STROKE&quot;,&quot;strokeStyle&quot;:&quot;rgb(208, 211, 214)&quot;,&quot;lineWidth&quot;:1,&quot;lineJoin&quot;:&quot;round&quot;}],&quot;pathMarkers&quot;:{},&quot;isLocked&quot;:false,&quot;parent&quot;:{&quot;type&quot;:&quot;CHILD&quot;,&quot;parentId&quot;:&quot;9ee29a21-537a-495e-ad37-66bf68d8b819&quot;,&quot;order&quot;:&quot;5&quot;},&quot;connectorInfo&quot;:{&quot;connectedObjects&quot;:[],&quot;type&quot;:&quot;LINE&quot;,&quot;offset&quot;:{&quot;x&quot;:0,&quot;y&quot;:0},&quot;bending&quot;:0.1,&quot;firstElementIsHead&quot;:true,&quot;customized&quot;:false}},&quot;01544f44-4fcb-46e5-b127-63e948cc8ed9&quot;:{&quot;type&quot;:&quot;FIGURE_OBJECT&quot;,&quot;id&quot;:&quot;01544f44-4fcb-46e5-b127-63e948cc8ed9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76.8393618590449},{&quot;x&quot;:-55.725745582829724,&quot;y&quot;:34.597906601498636}],&quot;closed&quot;:false},&quot;pathStyles&quot;:[{&quot;type&quot;:&quot;FILL&quot;,&quot;fillStyle&quot;:&quot;rgba(0,0,0,0)&quot;},{&quot;type&quot;:&quot;STROKE&quot;,&quot;strokeStyle&quot;:&quot;rgb(208, 211, 214)&quot;,&quot;lineWidth&quot;:1,&quot;lineJoin&quot;:&quot;round&quot;}],&quot;pathMarkers&quot;:{},&quot;isLocked&quot;:false,&quot;parent&quot;:{&quot;type&quot;:&quot;CHILD&quot;,&quot;parentId&quot;:&quot;9ee29a21-537a-495e-ad37-66bf68d8b819&quot;,&quot;order&quot;:&quot;52&quot;},&quot;connectorInfo&quot;:{&quot;connectedObjects&quot;:[],&quot;type&quot;:&quot;LINE&quot;,&quot;offset&quot;:{&quot;x&quot;:0,&quot;y&quot;:0},&quot;bending&quot;:0.1,&quot;firstElementIsHead&quot;:true,&quot;customized&quot;:false}},&quot;8435a987-0cb5-4118-9b1c-a163d5dbf9b6&quot;:{&quot;type&quot;:&quot;FIGURE_OBJECT&quot;,&quot;id&quot;:&quot;8435a987-0cb5-4118-9b1c-a163d5dbf9b6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76.8393618590449},{&quot;x&quot;:-55.725745582829724,&quot;y&quot;:55.74006577420462}],&quot;closed&quot;:false},&quot;pathStyles&quot;:[{&quot;type&quot;:&quot;FILL&quot;,&quot;fillStyle&quot;:&quot;rgba(0,0,0,0)&quot;},{&quot;type&quot;:&quot;STROKE&quot;,&quot;strokeStyle&quot;:&quot;rgb(208, 211, 214)&quot;,&quot;lineWidth&quot;:1,&quot;lineJoin&quot;:&quot;round&quot;}],&quot;pathMarkers&quot;:{},&quot;isLocked&quot;:false,&quot;parent&quot;:{&quot;type&quot;:&quot;CHILD&quot;,&quot;parentId&quot;:&quot;9ee29a21-537a-495e-ad37-66bf68d8b819&quot;,&quot;order&quot;:&quot;55&quot;},&quot;connectorInfo&quot;:{&quot;connectedObjects&quot;:[],&quot;type&quot;:&quot;LINE&quot;,&quot;offset&quot;:{&quot;x&quot;:0,&quot;y&quot;:0},&quot;bending&quot;:0.1,&quot;firstElementIsHead&quot;:true,&quot;customized&quot;:false}},&quot;6a48e399-3f82-4970-83cf-4da2645fad21&quot;:{&quot;type&quot;:&quot;FIGURE_OBJECT&quot;,&quot;id&quot;:&quot;6a48e399-3f82-4970-83cf-4da2645fad21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56.01066243260948},{&quot;x&quot;:-55.725745582829724,&quot;y&quot;:56.01066243260948}],&quot;closed&quot;:false},&quot;pathStyles&quot;:[{&quot;type&quot;:&quot;FILL&quot;,&quot;fillStyle&quot;:&quot;rgba(0,0,0,0)&quot;},{&quot;type&quot;:&quot;STROKE&quot;,&quot;strokeStyle&quot;:&quot;rgb(208, 211, 214)&quot;,&quot;lineWidth&quot;:1,&quot;lineJoin&quot;:&quot;round&quot;}],&quot;pathMarkers&quot;:{},&quot;isLocked&quot;:false,&quot;parent&quot;:{&quot;type&quot;:&quot;CHILD&quot;,&quot;parentId&quot;:&quot;9ee29a21-537a-495e-ad37-66bf68d8b819&quot;,&quot;order&quot;:&quot;6&quot;},&quot;connectorInfo&quot;:{&quot;connectedObjects&quot;:[],&quot;type&quot;:&quot;LINE&quot;,&quot;offset&quot;:{&quot;x&quot;:0,&quot;y&quot;:0},&quot;bending&quot;:0.1,&quot;firstElementIsHead&quot;:true,&quot;customized&quot;:false}},&quot;aafa00c1-cc28-4239-98fa-37857708e430&quot;:{&quot;type&quot;:&quot;FIGURE_OBJECT&quot;,&quot;id&quot;:&quot;aafa00c1-cc28-4239-98fa-37857708e430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34.712135025755074},{&quot;x&quot;:-55.725745582829724,&quot;y&quot;:55.74006577420462}],&quot;closed&quot;:false},&quot;pathStyles&quot;:[{&quot;type&quot;:&quot;FILL&quot;,&quot;fillStyle&quot;:&quot;rgba(0,0,0,0)&quot;},{&quot;type&quot;:&quot;STROKE&quot;,&quot;strokeStyle&quot;:&quot;rgb(208, 211, 214)&quot;,&quot;lineWidth&quot;:1,&quot;lineJoin&quot;:&quot;round&quot;}],&quot;pathMarkers&quot;:{},&quot;isLocked&quot;:false,&quot;parent&quot;:{&quot;type&quot;:&quot;CHILD&quot;,&quot;parentId&quot;:&quot;9ee29a21-537a-495e-ad37-66bf68d8b819&quot;,&quot;order&quot;:&quot;62&quot;},&quot;connectorInfo&quot;:{&quot;connectedObjects&quot;:[],&quot;type&quot;:&quot;LINE&quot;,&quot;offset&quot;:{&quot;x&quot;:0,&quot;y&quot;:0},&quot;bending&quot;:0.1,&quot;firstElementIsHead&quot;:true,&quot;customized&quot;:false}},&quot;335363f5-a710-4b41-b152-b4d76c03f038&quot;:{&quot;type&quot;:&quot;FIGURE_OBJECT&quot;,&quot;id&quot;:&quot;335363f5-a710-4b41-b152-b4d76c03f038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13.592547700680315},{&quot;x&quot;:-55.725745582829724,&quot;y&quot;:55.74006577420462}],&quot;closed&quot;:false},&quot;pathStyles&quot;:[{&quot;type&quot;:&quot;FILL&quot;,&quot;fillStyle&quot;:&quot;rgba(0,0,0,0)&quot;},{&quot;type&quot;:&quot;STROKE&quot;,&quot;strokeStyle&quot;:&quot;rgb(208, 211, 214)&quot;,&quot;lineWidth&quot;:1,&quot;lineJoin&quot;:&quot;round&quot;}],&quot;pathMarkers&quot;:{},&quot;isLocked&quot;:false,&quot;parent&quot;:{&quot;type&quot;:&quot;CHILD&quot;,&quot;parentId&quot;:&quot;9ee29a21-537a-495e-ad37-66bf68d8b819&quot;,&quot;order&quot;:&quot;65&quot;},&quot;connectorInfo&quot;:{&quot;connectedObjects&quot;:[],&quot;type&quot;:&quot;LINE&quot;,&quot;offset&quot;:{&quot;x&quot;:0,&quot;y&quot;:0},&quot;bending&quot;:0.1,&quot;firstElementIsHead&quot;:true,&quot;customized&quot;:false}},&quot;f4f86c60-9637-40a2-81bf-9cd5a101d2f5&quot;:{&quot;type&quot;:&quot;FIGURE_OBJECT&quot;,&quot;id&quot;:&quot;f4f86c60-9637-40a2-81bf-9cd5a101d2f5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-28.59593513839811},{&quot;x&quot;:-55.725745582829724,&quot;y&quot;:55.74006577420462}],&quot;closed&quot;:false},&quot;pathStyles&quot;:[{&quot;type&quot;:&quot;FILL&quot;,&quot;fillStyle&quot;:&quot;rgba(0,0,0,0)&quot;},{&quot;type&quot;:&quot;STROKE&quot;,&quot;strokeStyle&quot;:&quot;rgb(208, 211, 214)&quot;,&quot;lineWidth&quot;:1,&quot;lineJoin&quot;:&quot;round&quot;}],&quot;pathMarkers&quot;:{},&quot;isLocked&quot;:false,&quot;parent&quot;:{&quot;type&quot;:&quot;CHILD&quot;,&quot;parentId&quot;:&quot;9ee29a21-537a-495e-ad37-66bf68d8b819&quot;,&quot;order&quot;:&quot;7&quot;},&quot;connectorInfo&quot;:{&quot;connectedObjects&quot;:[],&quot;type&quot;:&quot;LINE&quot;,&quot;offset&quot;:{&quot;x&quot;:0,&quot;y&quot;:0},&quot;bending&quot;:0.1,&quot;firstElementIsHead&quot;:true,&quot;customized&quot;:false}},&quot;4ecd4a20-4671-4918-8d7c-c6739a568a37&quot;:{&quot;type&quot;:&quot;FIGURE_OBJECT&quot;,&quot;id&quot;:&quot;4ecd4a20-4671-4918-8d7c-c6739a568a37&quot;,&quot;relativeTransform&quot;:{&quot;translate&quot;:{&quot;x&quot;:-0.8935652452491774,&quot;y&quot;:2.304680267573151},&quot;rotate&quot;:0},&quot;opacity&quot;:1,&quot;path&quot;:{&quot;type&quot;:&quot;POLY_LINE&quot;,&quot;points&quot;:[{&quot;x&quot;:-93.91443402116086,&quot;y&quot;:13.908851264950398},{&quot;x&quot;:-55.725745582829724,&quot;y&quot;:13.908851264950398}],&quot;closed&quot;:false},&quot;pathStyles&quot;:[{&quot;type&quot;:&quot;FILL&quot;,&quot;fillStyle&quot;:&quot;rgba(0,0,0,0)&quot;},{&quot;type&quot;:&quot;STROKE&quot;,&quot;strokeStyle&quot;:&quot;rgb(208, 211, 214)&quot;,&quot;lineWidth&quot;:1,&quot;lineJoin&quot;:&quot;round&quot;}],&quot;pathMarkers&quot;:{},&quot;isLocked&quot;:false,&quot;parent&quot;:{&quot;type&quot;:&quot;CHILD&quot;,&quot;parentId&quot;:&quot;9ee29a21-537a-495e-ad37-66bf68d8b819&quot;,&quot;order&quot;:&quot;72&quot;},&quot;connectorInfo&quot;:{&quot;connectedObjects&quot;:[],&quot;type&quot;:&quot;LINE&quot;,&quot;offset&quot;:{&quot;x&quot;:0,&quot;y&quot;:0},&quot;bending&quot;:0.1,&quot;firstElementIsHead&quot;:true,&quot;customized&quot;:false}},&quot;6898a2c7-f545-4618-a4b8-1bdcb2437ae8&quot;:{&quot;type&quot;:&quot;FIGURE_OBJECT&quot;,&quot;id&quot;:&quot;6898a2c7-f545-4618-a4b8-1bdcb2437ae8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34.712135025755074},{&quot;x&quot;:-55.725745582829724,&quot;y&quot;:13.478319276423871}],&quot;closed&quot;:false},&quot;pathStyles&quot;:[{&quot;type&quot;:&quot;FILL&quot;,&quot;fillStyle&quot;:&quot;rgba(0,0,0,0)&quot;},{&quot;type&quot;:&quot;STROKE&quot;,&quot;strokeStyle&quot;:&quot;rgb(208, 211, 214)&quot;,&quot;lineWidth&quot;:1,&quot;lineJoin&quot;:&quot;round&quot;}],&quot;pathMarkers&quot;:{},&quot;isLocked&quot;:false,&quot;parent&quot;:{&quot;type&quot;:&quot;CHILD&quot;,&quot;parentId&quot;:&quot;9ee29a21-537a-495e-ad37-66bf68d8b819&quot;,&quot;order&quot;:&quot;75&quot;},&quot;connectorInfo&quot;:{&quot;connectedObjects&quot;:[],&quot;type&quot;:&quot;LINE&quot;,&quot;offset&quot;:{&quot;x&quot;:0,&quot;y&quot;:0},&quot;bending&quot;:0.1,&quot;firstElementIsHead&quot;:true,&quot;customized&quot;:false}},&quot;e42beab1-c3df-44fc-9d5e-757612e003e7&quot;:{&quot;type&quot;:&quot;FIGURE_OBJECT&quot;,&quot;id&quot;:&quot;e42beab1-c3df-44fc-9d5e-757612e003e7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55.85429419846107},{&quot;x&quot;:-55.725745582829724,&quot;y&quot;:13.478319276423871}],&quot;closed&quot;:false},&quot;pathStyles&quot;:[{&quot;type&quot;:&quot;FILL&quot;,&quot;fillStyle&quot;:&quot;rgba(0,0,0,0)&quot;},{&quot;type&quot;:&quot;STROKE&quot;,&quot;strokeStyle&quot;:&quot;rgb(208, 211, 214)&quot;,&quot;lineWidth&quot;:1,&quot;lineJoin&quot;:&quot;round&quot;}],&quot;pathMarkers&quot;:{},&quot;isLocked&quot;:false,&quot;parent&quot;:{&quot;type&quot;:&quot;CHILD&quot;,&quot;parentId&quot;:&quot;9ee29a21-537a-495e-ad37-66bf68d8b819&quot;,&quot;order&quot;:&quot;8&quot;},&quot;connectorInfo&quot;:{&quot;connectedObjects&quot;:[],&quot;type&quot;:&quot;LINE&quot;,&quot;offset&quot;:{&quot;x&quot;:0,&quot;y&quot;:0},&quot;bending&quot;:0.1,&quot;firstElementIsHead&quot;:true,&quot;customized&quot;:false}},&quot;a1ae8a8e-54d3-4879-af0b-923c80327bff&quot;:{&quot;type&quot;:&quot;FIGURE_OBJECT&quot;,&quot;id&quot;:&quot;a1ae8a8e-54d3-4879-af0b-923c80327bff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76.8393618590449},{&quot;x&quot;:-55.725745582829724,&quot;y&quot;:13.478319276423871}],&quot;closed&quot;:false},&quot;pathStyles&quot;:[{&quot;type&quot;:&quot;FILL&quot;,&quot;fillStyle&quot;:&quot;rgba(0,0,0,0)&quot;},{&quot;type&quot;:&quot;STROKE&quot;,&quot;strokeStyle&quot;:&quot;rgb(208, 211, 214)&quot;,&quot;lineWidth&quot;:1,&quot;lineJoin&quot;:&quot;round&quot;}],&quot;pathMarkers&quot;:{},&quot;isLocked&quot;:false,&quot;parent&quot;:{&quot;type&quot;:&quot;CHILD&quot;,&quot;parentId&quot;:&quot;9ee29a21-537a-495e-ad37-66bf68d8b819&quot;,&quot;order&quot;:&quot;85&quot;},&quot;connectorInfo&quot;:{&quot;connectedObjects&quot;:[],&quot;type&quot;:&quot;LINE&quot;,&quot;offset&quot;:{&quot;x&quot;:0,&quot;y&quot;:0},&quot;bending&quot;:0.1,&quot;firstElementIsHead&quot;:true,&quot;customized&quot;:false}},&quot;6290832a-4939-41d4-a70c-47b336ae007f&quot;:{&quot;type&quot;:&quot;FIGURE_OBJECT&quot;,&quot;id&quot;:&quot;6290832a-4939-41d4-a70c-47b336ae007f&quot;,&quot;relativeTransform&quot;:{&quot;translate&quot;:{&quot;x&quot;:-0.8935652452491774,&quot;y&quot;:2.4182391399754497},&quot;rotate&quot;:0},&quot;opacity&quot;:1,&quot;path&quot;:{&quot;type&quot;:&quot;POLY_LINE&quot;,&quot;points&quot;:[{&quot;x&quot;:-93.91443402116086,&quot;y&quot;:-7.5270396243944235},{&quot;x&quot;:-55.725745582829724,&quot;y&quot;:55.74006577420462}],&quot;closed&quot;:false},&quot;pathStyles&quot;:[{&quot;type&quot;:&quot;FILL&quot;,&quot;fillStyle&quot;:&quot;rgba(0,0,0,0)&quot;},{&quot;type&quot;:&quot;STROKE&quot;,&quot;strokeStyle&quot;:&quot;rgb(208, 211, 214)&quot;,&quot;lineWidth&quot;:1,&quot;lineJoin&quot;:&quot;round&quot;}],&quot;pathMarkers&quot;:{},&quot;isLocked&quot;:false,&quot;parent&quot;:{&quot;type&quot;:&quot;CHILD&quot;,&quot;parentId&quot;:&quot;9ee29a21-537a-495e-ad37-66bf68d8b819&quot;,&quot;order&quot;:&quot;9&quot;},&quot;connectorInfo&quot;:{&quot;connectedObjects&quot;:[],&quot;type&quot;:&quot;LINE&quot;,&quot;offset&quot;:{&quot;x&quot;:0,&quot;y&quot;:0},&quot;bending&quot;:0.1,&quot;firstElementIsHead&quot;:true,&quot;customized&quot;:false}},&quot;5914ec42-4132-4bb7-9d7f-636ff0a98e95&quot;:{&quot;type&quot;:&quot;FIGURE_OBJECT&quot;,&quot;id&quot;:&quot;5914ec42-4132-4bb7-9d7f-636ff0a98e95&quot;,&quot;parent&quot;:{&quot;type&quot;:&quot;CHILD&quot;,&quot;parentId&quot;:&quot;a9b9f9ea-f9c6-4f11-8ce3-0a37ec3f9f50&quot;,&quot;order&quot;:&quot;99999999999999999999999999999955&quot;},&quot;relativeTransform&quot;:{&quot;translate&quot;:{&quot;x&quot;:-0.8675390730574538,&quot;y&quot;:-5.197018843322662},&quot;rotate&quot;:0},&quot;isLocked&quot;:false},&quot;8254e8ac-2c2e-44f9-a426-18a40adf5ddc&quot;:{&quot;type&quot;:&quot;FIGURE_OBJECT&quot;,&quot;id&quot;:&quot;8254e8ac-2c2e-44f9-a426-18a40adf5ddc&quot;,&quot;relativeTransform&quot;:{&quot;translate&quot;:{&quot;x&quot;:-96.72349410717767,&quot;y&quot;:-28.59593513839812},&quot;rotate&quot;:0},&quot;opacity&quot;:1,&quot;path&quot;:{&quot;type&quot;:&quot;ELLIPSE&quot;,&quot;size&quot;:{&quot;x&quot;: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5914ec42-4132-4bb7-9d7f-636ff0a98e95&quot;,&quot;order&quot;:&quot;1&quot;}},&quot;354ec388-836d-463b-976f-b754d46efbac&quot;:{&quot;type&quot;:&quot;FIGURE_OBJECT&quot;,&quot;id&quot;:&quot;354ec388-836d-463b-976f-b754d46efbac&quot;,&quot;relativeTransform&quot;:{&quot;translate&quot;:{&quot;x&quot;:-96.72349410717767,&quot;y&quot;:-7.527039624394425},&quot;rotate&quot;:0},&quot;opacity&quot;:1,&quot;path&quot;:{&quot;type&quot;:&quot;ELLIPSE&quot;,&quot;size&quot;:{&quot;x&quot;: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5914ec42-4132-4bb7-9d7f-636ff0a98e95&quot;,&quot;order&quot;:&quot;2&quot;}},&quot;2a1edce7-89db-4d8e-be71-a2dbc8b6dda7&quot;:{&quot;type&quot;:&quot;FIGURE_OBJECT&quot;,&quot;id&quot;:&quot;2a1edce7-89db-4d8e-be71-a2dbc8b6dda7&quot;,&quot;relativeTransform&quot;:{&quot;translate&quot;:{&quot;x&quot;:-96.72349410717767,&quot;y&quot;:34.71213502575508},&quot;rotate&quot;:0},&quot;opacity&quot;:1,&quot;path&quot;:{&quot;type&quot;:&quot;ELLIPSE&quot;,&quot;size&quot;:{&quot;x&quot;: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5914ec42-4132-4bb7-9d7f-636ff0a98e95&quot;,&quot;order&quot;:&quot;5&quot;}},&quot;3a3e2df1-a79f-4b36-a817-d28e3b75c409&quot;:{&quot;type&quot;:&quot;FIGURE_OBJECT&quot;,&quot;id&quot;:&quot;3a3e2df1-a79f-4b36-a817-d28e3b75c409&quot;,&quot;relativeTransform&quot;:{&quot;translate&quot;:{&quot;x&quot;:-96.72349410717767,&quot;y&quot;:55.85429419846108},&quot;rotate&quot;:0},&quot;opacity&quot;:1,&quot;path&quot;:{&quot;type&quot;:&quot;ELLIPSE&quot;,&quot;size&quot;:{&quot;x&quot;: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5914ec42-4132-4bb7-9d7f-636ff0a98e95&quot;,&quot;order&quot;:&quot;6&quot;}},&quot;2d3904e2-40e5-49fd-86ba-a6a7d03092f6&quot;:{&quot;type&quot;:&quot;FIGURE_OBJECT&quot;,&quot;id&quot;:&quot;2d3904e2-40e5-49fd-86ba-a6a7d03092f6&quot;,&quot;relativeTransform&quot;:{&quot;translate&quot;:{&quot;x&quot;:-96.72349410717767,&quot;y&quot;:76.83936185904491},&quot;rotate&quot;:0},&quot;opacity&quot;:1,&quot;path&quot;:{&quot;type&quot;:&quot;ELLIPSE&quot;,&quot;size&quot;:{&quot;x&quot;: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5914ec42-4132-4bb7-9d7f-636ff0a98e95&quot;,&quot;order&quot;:&quot;7&quot;}},&quot;4662265d-68f7-484f-9042-c382244b98c8&quot;:{&quot;type&quot;:&quot;FIGURE_OBJECT&quot;,&quot;id&quot;:&quot;4662265d-68f7-484f-9042-c382244b98c8&quot;,&quot;relativeTransform&quot;:{&quot;translate&quot;:{&quot;x&quot;:-96.72349410717767,&quot;y&quot;:13.592547700680317},&quot;rotate&quot;:0},&quot;opacity&quot;:1,&quot;path&quot;:{&quot;type&quot;:&quot;ELLIPSE&quot;,&quot;size&quot;:{&quot;x&quot;:11.088863901421659,&quot;y&quot;:11.088863901421659}},&quot;isLocked&quot;:false,&quot;pathStyles&quot;:[{&quot;type&quot;:&quot;FILL&quot;,&quot;fillStyle&quot;:&quot;rgb(230, 191, 4)&quot;},{&quot;type&quot;:&quot;STROKE&quot;,&quot;strokeStyle&quot;:&quot;#00000000&quot;,&quot;lineWidth&quot;:1.332264383688707,&quot;lineJoin&quot;:&quot;round&quot;}],&quot;parent&quot;:{&quot;type&quot;:&quot;CHILD&quot;,&quot;parentId&quot;:&quot;5914ec42-4132-4bb7-9d7f-636ff0a98e95&quot;,&quot;order&quot;:&quot;3&quot;}},&quot;eaf7fbf5-e19f-4bb0-a5cf-488d268ac13d&quot;:{&quot;type&quot;:&quot;FIGURE_OBJECT&quot;,&quot;id&quot;:&quot;eaf7fbf5-e19f-4bb0-a5cf-488d268ac13d&quot;,&quot;relativeTransform&quot;:{&quot;translate&quot;:{&quot;x&quot;:-81.40813329561391,&quot;y&quot;:-15.50340420057114},&quot;rotate&quot;:-1.570796326794896,&quot;skewX&quot;:0,&quot;scale&quot;:{&quot;x&quot;:1,&quot;y&quot;:1}},&quot;opacity&quot;:1,&quot;path&quot;:{&quot;type&quot;:&quot;RECT&quot;,&quot;size&quot;:{&quot;x&quot;:72.51520258028062,&quot;y&quot;:133.54650302066364},&quot;cornerRounding&quot;:{&quot;type&quot;:&quot;ARC_LENGTH&quot;,&quot;global&quot;:0}},&quot;pathStyles&quot;:[{&quot;type&quot;:&quot;FILL&quot;,&quot;fillStyle&quot;:&quot;rgb(245, 245, 245)&quot;},{&quot;type&quot;:&quot;STROKE&quot;,&quot;strokeStyle&quot;:&quot;rgba(23,23,23,1)&quot;,&quot;lineWidth&quot;:1,&quot;lineJoin&quot;:&quot;round&quot;}],&quot;isLocked&quot;:false,&quot;parent&quot;:{&quot;type&quot;:&quot;CHILD&quot;,&quot;parentId&quot;:&quot;400faf14-4792-494f-a4cf-e1154bba71af&quot;,&quot;order&quot;:&quot;985&quot;},&quot;layout&quot;:{&quot;sizeRatio&quot;:{&quot;x&quot;:0.88,&quot;y&quot;:0.88},&quot;keepAspectRatio&quot;:false}},&quot;28219c77-8f38-4450-bf8a-bdf0b229911e&quot;:{&quot;id&quot;:&quot;28219c77-8f38-4450-bf8a-bdf0b229911e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3.677077557408744,&quot;color&quot;:&quot;black&quot;,&quot;fontWeight&quot;:&quot;normal&quot;,&quot;fontStyle&quot;:&quot;normal&quot;,&quot;decoration&quot;:&quot;none&quot;,&quot;script&quot;:&quot;none&quot;}}]},&quot;format&quot;:&quot;BETTER_TEXT&quot;,&quot;size&quot;:{&quot;x&quot;:63.81337827064695,&quot;y&quot;:15.971211355645776},&quot;targetSize&quot;:{&quot;x&quot;:-63.81337827064695,&quot;y&quot;:2}},&quot;parent&quot;:{&quot;type&quot;:&quot;CHILD&quot;,&quot;parentId&quot;:&quot;eaf7fbf5-e19f-4bb0-a5cf-488d268ac13d&quot;,&quot;order&quot;:&quot;5&quot;}},&quot;3406c68a-cf32-4f2c-b4c6-ba666ccde9ba&quot;:{&quot;id&quot;:&quot;3406c68a-cf32-4f2c-b4c6-ba666ccde9ba&quot;,&quot;type&quot;:&quot;FIGURE_OBJECT&quot;,&quot;relativeTransform&quot;:{&quot;translate&quot;:{&quot;x&quot;:-73.44630805764736,&quot;y&quot;:38.15002821308676},&quot;rotate&quot;:-2.4492935982947064e-16,&quot;skewX&quot;:0,&quot;scale&quot;:{&quot;x&quot;:1,&quot;y&quot;:1}},&quot;text&quot;:{&quot;textData&quot;:{&quot;lineSpacing&quot;:&quot;half&quot;,&quot;alignment&quot;:&quot;left&quot;,&quot;verticalAlign&quot;:&quot;CENTER&quot;,&quot;lines&quot;:[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19]}],&quot;text&quot;:&quot;Perturbation encoder&quot;},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14]}],&quot;text&quot;:&quot;(shared weight)&quot;}],&quot;_lastCaretLocation&quot;:{&quot;lineIndex&quot;:0,&quot;runIndex&quot;:-1,&quot;charIndex&quot;:-1,&quot;endOfLine&quot;:true}},&quot;format&quot;:&quot;BETTER_TEXT&quot;,&quot;size&quot;:{&quot;x&quot;:145.9145421010769,&quot;y&quot;:27.93103448275862},&quot;targetSize&quot;:{&quot;x&quot;:-145.9145421010769,&quot;y&quot;:15.853845044869988}},&quot;parent&quot;:{&quot;type&quot;:&quot;CHILD&quot;,&quot;parentId&quot;:&quot;400faf14-4792-494f-a4cf-e1154bba71af&quot;,&quot;order&quot;:&quot;995&quot;}},&quot;429f10be-5be0-410b-8ae4-682faed95643&quot;:{&quot;id&quot;:&quot;429f10be-5be0-410b-8ae4-682faed95643&quot;,&quot;type&quot;:&quot;FIGURE_OBJECT&quot;,&quot;relativeTransform&quot;:{&quot;translate&quot;:{&quot;x&quot;:-394.5570527293602,&quot;y&quot;:104.97704725929451},&quot;rotate&quot;:0,&quot;skewX&quot;:0,&quot;scale&quot;:{&quot;x&quot;:1,&quot;y&quot;:1}},&quot;text&quot;:{&quot;textData&quot;:{&quot;lineSpacing&quot;:&quot;normal&quot;,&quot;alignment&quot;:&quot;left&quot;,&quot;verticalAlign&quot;:&quot;CENTER&quot;,&quot;lines&quot;:[{&quot;runs&quot;:[{&quot;style&quot;:{&quot;fontFamily&quot;:&quot;Arial&quot;,&quot;fontSize&quot;:14.666666666666666,&quot;color&quot;:&quot;black&quot;,&quot;fontWeight&quot;:&quot;bold&quot;,&quot;fontStyle&quot;:&quot;normal&quot;,&quot;decoration&quot;:&quot;none&quot;},&quot;range&quot;:[0,0]}],&quot;text&quot;:&quot;C&quot;}],&quot;_lastCaretLocation&quot;:{&quot;lineIndex&quot;:0,&quot;runIndex&quot;:-1,&quot;charIndex&quot;:-1,&quot;endOfLine&quot;:true}},&quot;format&quot;:&quot;BETTER_TEXT&quot;,&quot;size&quot;:{&quot;x&quot;:26.886428833007812,&quot;y&quot;:24.24},&quot;targetSize&quot;:{&quot;x&quot;:10.584518432617188,&quot;y&quot;:24.24}},&quot;parent&quot;:{&quot;type&quot;:&quot;CHILD&quot;,&quot;parentId&quot;:&quot;400faf14-4792-494f-a4cf-e1154bba71af&quot;,&quot;order&quot;:&quot;9952&quot;}},&quot;d18914fd-8414-4179-8330-3528cad2aab7&quot;:{&quot;id&quot;:&quot;d18914fd-8414-4179-8330-3528cad2aab7&quot;,&quot;name&quot;:&quot;nb38_cellnums.svg&quot;,&quot;type&quot;:&quot;FIGURE_OBJECT&quot;,&quot;relativeTransform&quot;:{&quot;translate&quot;:{&quot;x&quot;:-316.90192222184874,&quot;y&quot;:267.43945385928725},&quot;rotate&quot;:0,&quot;skewX&quot;:0,&quot;scale&quot;:{&quot;x&quot;:0.6073227513227514,&quot;y&quot;:0.6073227513227513}},&quot;image&quot;:{&quot;url&quot;:&quot;https://core.services.biorender.com/api/uploads/noredirect/69c7d7541ce6ba5bf4ff1645/1774704468317_0cf7fb60-8e10-47b8-95db-b9e29fb5a0f3_icon.svg&quot;,&quot;isPremium&quot;:false,&quot;isSignedURL&quot;:true,&quot;size&quot;:{&quot;x&quot;:300,&quot;y&quot;:347.4264705882353}},&quot;source&quot;:{&quot;id&quot;:&quot;69c7d7541ce6ba5bf4ff1645&quot;,&quot;type&quot;:&quot;UPLOADS&quot;},&quot;isPremium&quot;:false,&quot;parent&quot;:{&quot;type&quot;:&quot;CHILD&quot;,&quot;parentId&quot;:&quot;400faf14-4792-494f-a4cf-e1154bba71af&quot;,&quot;order&quot;:&quot;9955&quot;}},&quot;16ad909c-41f0-4adf-842f-a5012ebdb92e&quot;:{&quot;type&quot;:&quot;FIGURE_OBJECT&quot;,&quot;id&quot;:&quot;16ad909c-41f0-4adf-842f-a5012ebdb92e&quot;,&quot;parent&quot;:{&quot;type&quot;:&quot;CHILD&quot;,&quot;parentId&quot;:&quot;400faf14-4792-494f-a4cf-e1154bba71af&quot;,&quot;order&quot;:&quot;996&quot;},&quot;relativeTransform&quot;:{&quot;translate&quot;:{&quot;x&quot;:-156.3512966281856,&quot;y&quot;:14.763109241796599},&quot;rotate&quot;:0,&quot;skewX&quot;:0,&quot;scale&quot;:{&quot;x&quot;:1,&quot;y&quot;:1}}},&quot;c19503b3-c3d4-422a-99fc-612e840402ff&quot;:{&quot;id&quot;:&quot;c19503b3-c3d4-422a-99fc-612e840402ff&quot;,&quot;name&quot;:&quot;nb38_pertnums.svg&quot;,&quot;type&quot;:&quot;FIGURE_OBJECT&quot;,&quot;relativeTransform&quot;:{&quot;translate&quot;:{&quot;x&quot;:-66.95078726733499,&quot;y&quot;:252.67697452461616},&quot;rotate&quot;:0,&quot;skewX&quot;:0,&quot;scale&quot;:{&quot;x&quot;:0.5827619047619047,&quot;y&quot;:0.5827619047619047}},&quot;image&quot;:{&quot;url&quot;:&quot;https://core.services.biorender.com/api/uploads/noredirect/69c7d7a8487e9ef1981dafbb/1774704552838_1d0a36fe-088a-4d84-b386-faf8f9192dc4_icon.svg&quot;,&quot;isPremium&quot;:false,&quot;isSignedURL&quot;:true,&quot;size&quot;:{&quot;x&quot;:300,&quot;y&quot;:362.0689655172414}},&quot;source&quot;:{&quot;id&quot;:&quot;69c7d7a8487e9ef1981dafbb&quot;,&quot;type&quot;:&quot;UPLOADS&quot;},&quot;isPremium&quot;:false,&quot;parent&quot;:{&quot;type&quot;:&quot;CHILD&quot;,&quot;parentId&quot;:&quot;16ad909c-41f0-4adf-842f-a5012ebdb92e&quot;,&quot;order&quot;:&quot;5&quot;}},&quot;c6ad9223-50cf-4710-bd74-894867262100&quot;:{&quot;type&quot;:&quot;FIGURE_OBJECT&quot;,&quot;id&quot;:&quot;c6ad9223-50cf-4710-bd74-894867262100&quot;,&quot;parent&quot;:{&quot;type&quot;:&quot;CROP&quot;,&quot;parentId&quot;:&quot;16ad909c-41f0-4adf-842f-a5012ebdb92e&quot;,&quot;order&quot;:&quot;5&quot;},&quot;relativeTransform&quot;:{&quot;translate&quot;:{&quot;x&quot;:-20.91666501749596,&quot;y&quot;:252.67697452461618},&quot;rotate&quot;:0,&quot;skewX&quot;:0,&quot;scale&quot;:{&quot;x&quot;:41.38016346444668,&quot;y&quot;:105.50000000000001}},&quot;path&quot;:{&quot;type&quot;:&quot;RECT&quot;,&quot;size&quot;:{&quot;x&quot;:2,&quot;y&quot;:2}},&quot;pathStyles&quot;:[{&quot;type&quot;:&quot;FILL&quot;,&quot;fillStyle&quot;:&quot;#fff&quot;}],&quot;isFrozen&quot;:true},&quot;09866c8a-1963-43a6-83c8-fa663339b770&quot;:{&quot;type&quot;:&quot;FIGURE_OBJECT&quot;,&quot;id&quot;:&quot;09866c8a-1963-43a6-83c8-fa663339b770&quot;,&quot;parent&quot;:{&quot;type&quot;:&quot;CHILD&quot;,&quot;parentId&quot;:&quot;400faf14-4792-494f-a4cf-e1154bba71af&quot;,&quot;order&quot;:&quot;9965&quot;},&quot;relativeTransform&quot;:{&quot;translate&quot;:{&quot;x&quot;:-115.48877699039649,&quot;y&quot;:13.608231431923542},&quot;rotate&quot;:0,&quot;skewX&quot;:0,&quot;scale&quot;:{&quot;x&quot;:1,&quot;y&quot;:1}}},&quot;85c34e83-f639-4e27-85a8-4f026513e5cc&quot;:{&quot;id&quot;:&quot;85c34e83-f639-4e27-85a8-4f026513e5cc&quot;,&quot;name&quot;:&quot;nb38_contextnums.svg&quot;,&quot;type&quot;:&quot;FIGURE_OBJECT&quot;,&quot;relativeTransform&quot;:{&quot;translate&quot;:{&quot;x&quot;:-9.891414225937808,&quot;y&quot;:253.83110498965831},&quot;rotate&quot;:0,&quot;skewX&quot;:0,&quot;scale&quot;:{&quot;x&quot;:0.5827619047619047,&quot;y&quot;:0.5827619047619047}},&quot;image&quot;:{&quot;url&quot;:&quot;https://core.services.biorender.com/api/uploads/noredirect/69c7d7d3fd8369e6975015da/1774704595768_f943b0e4-ea91-4d73-8b0e-ee45216ffeff_icon.svg&quot;,&quot;isPremium&quot;:false,&quot;isSignedURL&quot;:true,&quot;size&quot;:{&quot;x&quot;:300,&quot;y&quot;:362.0689655172414}},&quot;source&quot;:{&quot;id&quot;:&quot;69c7d7d3fd8369e6975015da&quot;,&quot;type&quot;:&quot;UPLOADS&quot;},&quot;isPremium&quot;:false,&quot;parent&quot;:{&quot;type&quot;:&quot;CHILD&quot;,&quot;parentId&quot;:&quot;09866c8a-1963-43a6-83c8-fa663339b770&quot;,&quot;order&quot;:&quot;5&quot;}},&quot;fa58cdae-0834-4cf7-a8d7-0f47b497ce50&quot;:{&quot;type&quot;:&quot;FIGURE_OBJECT&quot;,&quot;id&quot;:&quot;fa58cdae-0834-4cf7-a8d7-0f47b497ce50&quot;,&quot;parent&quot;:{&quot;type&quot;:&quot;CROP&quot;,&quot;parentId&quot;:&quot;09866c8a-1963-43a6-83c8-fa663339b770&quot;,&quot;order&quot;:&quot;5&quot;},&quot;relativeTransform&quot;:{&quot;translate&quot;:{&quot;x&quot;:34.75430852345258,&quot;y&quot;:253.83110498965834},&quot;rotate&quot;:0,&quot;skewX&quot;:0,&quot;scale&quot;:{&quot;x&quot;:42.768562964895324,&quot;y&quot;:105.50000000000003}},&quot;path&quot;:{&quot;type&quot;:&quot;RECT&quot;,&quot;size&quot;:{&quot;x&quot;:2,&quot;y&quot;:2}},&quot;pathStyles&quot;:[{&quot;type&quot;:&quot;FILL&quot;,&quot;fillStyle&quot;:&quot;#fff&quot;}],&quot;isFrozen&quot;:true},&quot;97c12d63-65cc-4735-a0f2-0c02df994e89&quot;:{&quot;type&quot;:&quot;FIGURE_OBJECT&quot;,&quot;id&quot;:&quot;97c12d63-65cc-4735-a0f2-0c02df994e89&quot;,&quot;relativeTransform&quot;:{&quot;translate&quot;:{&quot;x&quot;:-124.59129227465395,&quot;y&quot;:262.45850872513734},&quot;rotate&quot;:0,&quot;skewX&quot;:0,&quot;scale&quot;:{&quot;x&quot;:1,&quot;y&quot;:1}},&quot;opacity&quot;:1,&quot;path&quot;:{&quot;type&quot;:&quot;RECT&quot;,&quot;size&quot;:{&quot;x&quot;:5.8552906476376165,&quot;y&quot;:185.41753717519194},&quot;cornerRounding&quot;:{&quot;type&quot;:&quot;ARC_LENGTH&quot;,&quot;global&quot;:0}},&quot;pathStyles&quot;:[{&quot;type&quot;:&quot;FILL&quot;,&quot;fillStyle&quot;:&quot;rgba(255,255,255,1)&quot;},{&quot;type&quot;:&quot;STROKE&quot;,&quot;strokeStyle&quot;:&quot;rgba(255,255,255,1)&quot;,&quot;lineWidth&quot;:2,&quot;lineJoin&quot;:&quot;round&quot;}],&quot;isLocked&quot;:false,&quot;parent&quot;:{&quot;type&quot;:&quot;CHILD&quot;,&quot;parentId&quot;:&quot;400faf14-4792-494f-a4cf-e1154bba71af&quot;,&quot;order&quot;:&quot;997&quot;}},&quot;43d51d3c-12be-45ac-a662-5769d5254488&quot;:{&quot;id&quot;:&quot;43d51d3c-12be-45ac-a662-5769d5254488&quot;,&quot;type&quot;:&quot;FIGURE_OBJECT&quot;,&quot;relativeTransform&quot;:{&quot;translate&quot;:{&quot;x&quot;:-285.55586304411656,&quot;y&quot;:149.09621821186056},&quot;rotate&quot;:0,&quot;skewX&quot;:0,&quot;scale&quot;:{&quot;x&quot;:1,&quot;y&quot;:1}},&quot;text&quot;:{&quot;textData&quot;:{&quot;lineSpacing&quot;:&quot;half&quot;,&quot;alignment&quot;:&quot;left&quot;,&quot;verticalAlign&quot;:&quot;CENTER&quot;,&quot;lines&quot;:[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3]},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4,9]}],&quot;text&quot;:&quot;110M cells&quot;},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10]}],&quot;text&quot;:&quot;(22K genes)&quot;}],&quot;_lastCaretLocation&quot;:{&quot;lineIndex&quot;:1,&quot;runIndex&quot;:-1,&quot;charIndex&quot;:-1,&quot;endOfLine&quot;:true}},&quot;format&quot;:&quot;BETTER_TEXT&quot;,&quot;size&quot;:{&quot;x&quot;:82.66622421028241,&quot;y&quot;:30},&quot;targetSize&quot;:{&quot;x&quot;:82.66622421028241,&quot;y&quot;:30}},&quot;parent&quot;:{&quot;type&quot;:&quot;CHILD&quot;,&quot;parentId&quot;:&quot;400faf14-4792-494f-a4cf-e1154bba71af&quot;,&quot;order&quot;:&quot;9975&quot;}},&quot;db7912b2-9d22-4342-8b21-b06e0ed57521&quot;:{&quot;id&quot;:&quot;db7912b2-9d22-4342-8b21-b06e0ed57521&quot;,&quot;type&quot;:&quot;FIGURE_OBJECT&quot;,&quot;relativeTransform&quot;:{&quot;translate&quot;:{&quot;x&quot;:-178.65621238111476,&quot;y&quot;:149.0962397406355},&quot;rotate&quot;:0,&quot;skewX&quot;:0,&quot;scale&quot;:{&quot;x&quot;:1,&quot;y&quot;:1}},&quot;text&quot;:{&quot;textData&quot;:{&quot;lineSpacing&quot;:&quot;half&quot;,&quot;alignment&quot;:&quot;left&quot;,&quot;verticalAlign&quot;:&quot;CENTER&quot;,&quot;lines&quot;:[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2]},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3,27]}],&quot;text&quot;:&quot;98K perturb-ations (3 types)&quot;}],&quot;_lastCaretLocation&quot;:{&quot;lineIndex&quot;:0,&quot;runIndex&quot;:-1,&quot;charIndex&quot;:-1,&quot;endOfLine&quot;:true}},&quot;format&quot;:&quot;BETTER_TEXT&quot;,&quot;size&quot;:{&quot;x&quot;:121.66437437725241,&quot;y&quot;:30},&quot;targetSize&quot;:{&quot;x&quot;:121.66437437725241,&quot;y&quot;:30}},&quot;parent&quot;:{&quot;type&quot;:&quot;CHILD&quot;,&quot;parentId&quot;:&quot;400faf14-4792-494f-a4cf-e1154bba71af&quot;,&quot;order&quot;:&quot;998&quot;}},&quot;2a05eb8b-b8da-49f4-8fe9-f52bf3e9ee86&quot;:{&quot;id&quot;:&quot;2a05eb8b-b8da-49f4-8fe9-f52bf3e9ee86&quot;,&quot;type&quot;:&quot;FIGURE_OBJECT&quot;,&quot;relativeTransform&quot;:{&quot;translate&quot;:{&quot;x&quot;:-90.34866146208921,&quot;y&quot;:138.2948869028695},&quot;rotate&quot;:0,&quot;skewX&quot;:0,&quot;scale&quot;:{&quot;x&quot;:1,&quot;y&quot;:1}},&quot;text&quot;:{&quot;textData&quot;:{&quot;lineSpacing&quot;:&quot;half&quot;,&quot;alignment&quot;:&quot;left&quot;,&quot;verticalAlign&quot;:&quot;CENTER&quot;,&quot;lines&quot;:[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2]},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3,11]}],&quot;text&quot;:&quot;278 contexts&quot;,&quot;base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},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12]}],&quot;text&quot;:&quot;(cell lines /&quot;,&quot;base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},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13]}],&quot;text&quot;:&quot;  cell types /&quot;},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13]}],&quot;text&quot;:&quot;  individuals)&quot;,&quot;base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}],&quot;_lastCaretLocation&quot;:{&quot;lineIndex&quot;:3,&quot;runIndex&quot;:-1,&quot;charIndex&quot;:-1,&quot;endOfLine&quot;:true}},&quot;format&quot;:&quot;BETTER_TEXT&quot;,&quot;size&quot;:{&quot;x&quot;:99.45709085963064,&quot;y&quot;:53.793103448275865},&quot;targetSize&quot;:{&quot;x&quot;:99.45709085963064,&quot;y&quot;:53.793103448275865}},&quot;parent&quot;:{&quot;type&quot;:&quot;CHILD&quot;,&quot;parentId&quot;:&quot;400faf14-4792-494f-a4cf-e1154bba71af&quot;,&quot;order&quot;:&quot;999&quot;}},&quot;e180cf82-8680-4c45-af54-896503cc631d&quot;:{&quot;id&quot;:&quot;e180cf82-8680-4c45-af54-896503cc631d&quot;,&quot;name&quot;:&quot;hosting.png&quot;,&quot;type&quot;:&quot;FIGURE_OBJECT&quot;,&quot;relativeTransform&quot;:{&quot;translate&quot;:{&quot;x&quot;:3.001847471141154,&quot;y&quot;:313.90702819009107},&quot;rotate&quot;:0,&quot;skewX&quot;:0,&quot;scale&quot;:{&quot;x&quot;:0.16,&quot;y&quot;:0.16}},&quot;image&quot;:{&quot;url&quot;:&quot;https://core.services.biorender.com/api/uploads/noredirect/69c8d0ec5362670eb4bd3f84/1774768364235_41721359-1da6-4c9d-adb1-fe720764384b_icon.png&quot;,&quot;isPremium&quot;:false,&quot;isSignedURL&quot;:true,&quot;size&quot;:{&quot;x&quot;:300,&quot;y&quot;:300}},&quot;source&quot;:{&quot;id&quot;:&quot;69c8d0ec5362670eb4bd3f84&quot;,&quot;type&quot;:&quot;UPLOADS&quot;},&quot;isPremium&quot;:false,&quot;parent&quot;:{&quot;type&quot;:&quot;CHILD&quot;,&quot;parentId&quot;:&quot;400faf14-4792-494f-a4cf-e1154bba71af&quot;,&quot;order&quot;:&quot;9995&quot;}},&quot;cefe2be6-1e0a-4150-992d-d5a84cbce9b7&quot;:{&quot;id&quot;:&quot;cefe2be6-1e0a-4150-992d-d5a84cbce9b7&quot;,&quot;name&quot;:&quot;memory.png&quot;,&quot;type&quot;:&quot;FIGURE_OBJECT&quot;,&quot;relativeTransform&quot;:{&quot;translate&quot;:{&quot;x&quot;:120.07850342809517,&quot;y&quot;:313.90652286355976},&quot;rotate&quot;:0,&quot;skewX&quot;:0,&quot;scale&quot;:{&quot;x&quot;:0.16,&quot;y&quot;:0.16}},&quot;image&quot;:{&quot;url&quot;:&quot;https://core.services.biorender.com/api/uploads/noredirect/69c8d1036c9dc1a1dfa500d3/1774768387846_3e5ebb74-e1ed-47c4-8380-a1d70f162985_icon.png&quot;,&quot;isPremium&quot;:false,&quot;isSignedURL&quot;:true,&quot;size&quot;:{&quot;x&quot;:300,&quot;y&quot;:300}},&quot;source&quot;:{&quot;id&quot;:&quot;69c8d1036c9dc1a1dfa500d3&quot;,&quot;type&quot;:&quot;UPLOADS&quot;},&quot;isPremium&quot;:false,&quot;parent&quot;:{&quot;type&quot;:&quot;CHILD&quot;,&quot;parentId&quot;:&quot;400faf14-4792-494f-a4cf-e1154bba71af&quot;,&quot;order&quot;:&quot;9997&quot;}},&quot;d9ed6337-7620-4729-a839-85142ae9d18e&quot;:{&quot;id&quot;:&quot;d9ed6337-7620-4729-a839-85142ae9d18e&quot;,&quot;type&quot;:&quot;FIGURE_OBJECT&quot;,&quot;relativeTransform&quot;:{&quot;translate&quot;:{&quot;x&quot;:5.825196016533142,&quot;y&quot;:348.92607988129964},&quot;rotate&quot;:0,&quot;skewX&quot;:0,&quot;scale&quot;:{&quot;x&quot;:1,&quot;y&quot;:1}},&quot;text&quot;:{&quot;textData&quot;:{&quot;lineSpacing&quot;:&quot;half&quot;,&quot;alignment&quot;:&quot;center&quot;,&quot;verticalAlign&quot;:&quot;CENTER&quot;,&quot;lines&quot;:[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9]}],&quot;text&quot;:&quot;in storage&quot;}],&quot;_lastCaretLocation&quot;:{&quot;lineIndex&quot;:0,&quot;runIndex&quot;:0,&quot;charIndex&quot;:4}},&quot;format&quot;:&quot;BETTER_TEXT&quot;,&quot;size&quot;:{&quot;x&quot;:77.00020944796815,&quot;y&quot;:22.038674087081844},&quot;targetSize&quot;:{&quot;x&quot;:77.00020944796815,&quot;y&quot;:22.038674087081844}},&quot;parent&quot;:{&quot;type&quot;:&quot;CHILD&quot;,&quot;parentId&quot;:&quot;400faf14-4792-494f-a4cf-e1154bba71af&quot;,&quot;order&quot;:&quot;9998&quot;}},&quot;1dcf159d-a461-4937-9647-2a5deafb575f&quot;:{&quot;id&quot;:&quot;1dcf159d-a461-4937-9647-2a5deafb575f&quot;,&quot;type&quot;:&quot;FIGURE_OBJECT&quot;,&quot;relativeTransform&quot;:{&quot;translate&quot;:{&quot;x&quot;:121.28641463026214,&quot;y&quot;:348.92585351808543},&quot;rotate&quot;:0,&quot;skewX&quot;:0,&quot;scale&quot;:{&quot;x&quot;:1,&quot;y&quot;:1}},&quot;text&quot;:{&quot;textData&quot;:{&quot;lineSpacing&quot;:&quot;half&quot;,&quot;alignment&quot;:&quot;center&quot;,&quot;verticalAlign&quot;:&quot;CENTER&quot;,&quot;lines&quot;:[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8]}],&quot;text&quot;:&quot;in memory&quot;}],&quot;_lastCaretLocation&quot;:{&quot;lineIndex&quot;:0,&quot;runIndex&quot;:0,&quot;charIndex&quot;:4}},&quot;format&quot;:&quot;BETTER_TEXT&quot;,&quot;size&quot;:{&quot;x&quot;:77.00020944796815,&quot;y&quot;:22.03900954053374},&quot;targetSize&quot;:{&quot;x&quot;:77.00020944796815,&quot;y&quot;:22.03900954053374}},&quot;parent&quot;:{&quot;type&quot;:&quot;CHILD&quot;,&quot;parentId&quot;:&quot;400faf14-4792-494f-a4cf-e1154bba71af&quot;,&quot;order&quot;:&quot;9999&quot;}},&quot;1beb720e-4540-4b3f-9bc0-b0e8aef7d154&quot;:{&quot;type&quot;:&quot;FIGURE_OBJECT&quot;,&quot;id&quot;:&quot;1beb720e-4540-4b3f-9bc0-b0e8aef7d154&quot;,&quot;relativeTransform&quot;:{&quot;translate&quot;:{&quot;x&quot;:-18.09352382429399,&quot;y&quot;:204.70849672441994},&quot;rotate&quot;:0,&quot;skewX&quot;:0,&quot;scale&quot;:{&quot;x&quot;:1,&quot;y&quot;:1}},&quot;opacity&quot;:1,&quot;path&quot;:{&quot;type&quot;:&quot;RECT&quot;,&quot;size&quot;:{&quot;x&quot;:18.999999999999996,&quot;y&quot;:19.000000000000007},&quot;cornerRounding&quot;:{&quot;type&quot;:&quot;ARC_LENGTH&quot;,&quot;global&quot;:0}},&quot;pathStyles&quot;:[{&quot;type&quot;:&quot;FILL&quot;,&quot;fillStyle&quot;:&quot;rgb(129, 134, 137)&quot;},{&quot;type&quot;:&quot;STROKE&quot;,&quot;strokeStyle&quot;:&quot;rgb(129, 134, 137)&quot;,&quot;lineWidth&quot;:0.7627734790540787,&quot;lineJoin&quot;:&quot;round&quot;}],&quot;isLocked&quot;:false,&quot;parent&quot;:{&quot;type&quot;:&quot;CHILD&quot;,&quot;parentId&quot;:&quot;400faf14-4792-494f-a4cf-e1154bba71af&quot;,&quot;order&quot;:&quot;99995&quot;}},&quot;d7ca7d46-de3b-4da4-8753-4205e91f1fbd&quot;:{&quot;type&quot;:&quot;FIGURE_OBJECT&quot;,&quot;id&quot;:&quot;d7ca7d46-de3b-4da4-8753-4205e91f1fbd&quot;,&quot;relativeTransform&quot;:{&quot;translate&quot;:{&quot;x&quot;:1.668688770942388,&quot;y&quot;:204.70895270421937},&quot;rotate&quot;:0,&quot;skewX&quot;:0,&quot;scale&quot;:{&quot;x&quot;:1,&quot;y&quot;:1}},&quot;opacity&quot;:1,&quot;path&quot;:{&quot;type&quot;:&quot;RECT&quot;,&quot;size&quot;:{&quot;x&quot;:18.999999999999996,&quot;y&quot;:19.000000000000007},&quot;cornerRounding&quot;:{&quot;type&quot;:&quot;ARC_LENGTH&quot;,&quot;global&quot;:0}},&quot;pathStyles&quot;:[{&quot;type&quot;:&quot;FILL&quot;,&quot;fillStyle&quot;:&quot;rgba(234,234,234,1)&quot;},{&quot;type&quot;:&quot;STROKE&quot;,&quot;strokeStyle&quot;:&quot;rgb(234, 234, 234)&quot;,&quot;lineWidth&quot;:0.7627734790540787,&quot;lineJoin&quot;:&quot;round&quot;}],&quot;isLocked&quot;:false,&quot;parent&quot;:{&quot;type&quot;:&quot;CHILD&quot;,&quot;parentId&quot;:&quot;400faf14-4792-494f-a4cf-e1154bba71af&quot;,&quot;order&quot;:&quot;99997&quot;}},&quot;10418dc4-6dba-4378-a655-2617bcd03955&quot;:{&quot;type&quot;:&quot;FIGURE_OBJECT&quot;,&quot;id&quot;:&quot;10418dc4-6dba-4378-a655-2617bcd03955&quot;,&quot;relativeTransform&quot;:{&quot;translate&quot;:{&quot;x&quot;:21.431499076135815,&quot;y&quot;:204.7096749690116},&quot;rotate&quot;:0,&quot;skewX&quot;:0,&quot;scale&quot;:{&quot;x&quot;:1,&quot;y&quot;:1}},&quot;opacity&quot;:1,&quot;path&quot;:{&quot;type&quot;:&quot;RECT&quot;,&quot;size&quot;:{&quot;x&quot;:18.999999999999996,&quot;y&quot;:19.000000000000007},&quot;cornerRounding&quot;:{&quot;type&quot;:&quot;ARC_LENGTH&quot;,&quot;global&quot;:0}},&quot;pathStyles&quot;:[{&quot;type&quot;:&quot;FILL&quot;,&quot;fillStyle&quot;:&quot;rgba(234,234,234,1)&quot;},{&quot;type&quot;:&quot;STROKE&quot;,&quot;strokeStyle&quot;:&quot;rgb(234, 234, 234)&quot;,&quot;lineWidth&quot;:0.7627734790540787,&quot;lineJoin&quot;:&quot;round&quot;}],&quot;isLocked&quot;:false,&quot;parent&quot;:{&quot;type&quot;:&quot;CHILD&quot;,&quot;parentId&quot;:&quot;400faf14-4792-494f-a4cf-e1154bba71af&quot;,&quot;order&quot;:&quot;99998&quot;}},&quot;1262b3ef-8b2f-4a30-9823-99cea8a16e54&quot;:{&quot;type&quot;:&quot;FIGURE_OBJECT&quot;,&quot;id&quot;:&quot;1262b3ef-8b2f-4a30-9823-99cea8a16e54&quot;,&quot;relativeTransform&quot;:{&quot;translate&quot;:{&quot;x&quot;:1.6689550559352209,&quot;y&quot;:224.47170931965644},&quot;rotate&quot;:0,&quot;skewX&quot;:0,&quot;scale&quot;:{&quot;x&quot;:1,&quot;y&quot;:1}},&quot;opacity&quot;:1,&quot;path&quot;:{&quot;type&quot;:&quot;RECT&quot;,&quot;size&quot;:{&quot;x&quot;:18.999999999999996,&quot;y&quot;:19.000000000000007},&quot;cornerRounding&quot;:{&quot;type&quot;:&quot;ARC_LENGTH&quot;,&quot;global&quot;:0}},&quot;pathStyles&quot;:[{&quot;type&quot;:&quot;FILL&quot;,&quot;fillStyle&quot;:&quot;rgb(129, 134, 137)&quot;},{&quot;type&quot;:&quot;STROKE&quot;,&quot;strokeStyle&quot;:&quot;rgb(129, 134, 137)&quot;,&quot;lineWidth&quot;:0.7627734790540787,&quot;lineJoin&quot;:&quot;round&quot;}],&quot;isLocked&quot;:false,&quot;parent&quot;:{&quot;type&quot;:&quot;CHILD&quot;,&quot;parentId&quot;:&quot;400faf14-4792-494f-a4cf-e1154bba71af&quot;,&quot;order&quot;:&quot;99999&quot;}},&quot;6851f78d-4592-4b10-9c3b-b7428471c743&quot;:{&quot;type&quot;:&quot;FIGURE_OBJECT&quot;,&quot;id&quot;:&quot;6851f78d-4592-4b10-9c3b-b7428471c743&quot;,&quot;relativeTransform&quot;:{&quot;translate&quot;:{&quot;x&quot;:-18.093427894996076,&quot;y&quot;:224.4716864192264},&quot;rotate&quot;:0,&quot;skewX&quot;:0,&quot;scale&quot;:{&quot;x&quot;:1,&quot;y&quot;:1}},&quot;opacity&quot;:1,&quot;path&quot;:{&quot;type&quot;:&quot;RECT&quot;,&quot;size&quot;:{&quot;x&quot;:18.999999999999996,&quot;y&quot;:19.000000000000007},&quot;cornerRounding&quot;:{&quot;type&quot;:&quot;ARC_LENGTH&quot;,&quot;global&quot;:0}},&quot;pathStyles&quot;:[{&quot;type&quot;:&quot;FILL&quot;,&quot;fillStyle&quot;:&quot;rgba(234,234,234,1)&quot;},{&quot;type&quot;:&quot;STROKE&quot;,&quot;strokeStyle&quot;:&quot;rgb(234, 234, 234)&quot;,&quot;lineWidth&quot;:0.7627734790540787,&quot;lineJoin&quot;:&quot;round&quot;}],&quot;isLocked&quot;:false,&quot;parent&quot;:{&quot;type&quot;:&quot;CHILD&quot;,&quot;parentId&quot;:&quot;400faf14-4792-494f-a4cf-e1154bba71af&quot;,&quot;order&quot;:&quot;999995&quot;}},&quot;445290ee-b2dc-4067-9f19-2ef6347d83ea&quot;:{&quot;type&quot;:&quot;FIGURE_OBJECT&quot;,&quot;id&quot;:&quot;445290ee-b2dc-4067-9f19-2ef6347d83ea&quot;,&quot;relativeTransform&quot;:{&quot;translate&quot;:{&quot;x&quot;:21.432008745691682,&quot;y&quot;:224.47214239902593},&quot;rotate&quot;:0,&quot;skewX&quot;:0,&quot;scale&quot;:{&quot;x&quot;:1,&quot;y&quot;:1}},&quot;opacity&quot;:1,&quot;path&quot;:{&quot;type&quot;:&quot;RECT&quot;,&quot;size&quot;:{&quot;x&quot;:18.999999999999996,&quot;y&quot;:19.000000000000007},&quot;cornerRounding&quot;:{&quot;type&quot;:&quot;ARC_LENGTH&quot;,&quot;global&quot;:0}},&quot;pathStyles&quot;:[{&quot;type&quot;:&quot;FILL&quot;,&quot;fillStyle&quot;:&quot;rgba(234,234,234,1)&quot;},{&quot;type&quot;:&quot;STROKE&quot;,&quot;strokeStyle&quot;:&quot;rgb(234, 234, 234)&quot;,&quot;lineWidth&quot;:0.7627734790540787,&quot;lineJoin&quot;:&quot;round&quot;}],&quot;isLocked&quot;:false,&quot;parent&quot;:{&quot;type&quot;:&quot;CHILD&quot;,&quot;parentId&quot;:&quot;400faf14-4792-494f-a4cf-e1154bba71af&quot;,&quot;order&quot;:&quot;999997&quot;}},&quot;e6121b6f-7dd1-4a89-9632-9c15ce9b58b3&quot;:{&quot;type&quot;:&quot;FIGURE_OBJECT&quot;,&quot;id&quot;:&quot;e6121b6f-7dd1-4a89-9632-9c15ce9b58b3&quot;,&quot;relativeTransform&quot;:{&quot;translate&quot;:{&quot;x&quot;:-18.093119370461643,&quot;y&quot;:244.2339527042194},&quot;rotate&quot;:0,&quot;skewX&quot;:0,&quot;scale&quot;:{&quot;x&quot;:1,&quot;y&quot;:1}},&quot;opacity&quot;:1,&quot;path&quot;:{&quot;type&quot;:&quot;RECT&quot;,&quot;size&quot;:{&quot;x&quot;:18.999999999999996,&quot;y&quot;:19.000000000000007},&quot;cornerRounding&quot;:{&quot;type&quot;:&quot;ARC_LENGTH&quot;,&quot;global&quot;:0}},&quot;pathStyles&quot;:[{&quot;type&quot;:&quot;FILL&quot;,&quot;fillStyle&quot;:&quot;rgba(234,234,234,1)&quot;},{&quot;type&quot;:&quot;STROKE&quot;,&quot;strokeStyle&quot;:&quot;rgb(234, 234, 234)&quot;,&quot;lineWidth&quot;:0.7627734790540787,&quot;lineJoin&quot;:&quot;round&quot;}],&quot;isLocked&quot;:false,&quot;parent&quot;:{&quot;type&quot;:&quot;CHILD&quot;,&quot;parentId&quot;:&quot;400faf14-4792-494f-a4cf-e1154bba71af&quot;,&quot;order&quot;:&quot;999998&quot;}},&quot;90daad7f-c912-451b-a173-84b250eedae8&quot;:{&quot;type&quot;:&quot;FIGURE_OBJECT&quot;,&quot;id&quot;:&quot;90daad7f-c912-451b-a173-84b250eedae8&quot;,&quot;relativeTransform&quot;:{&quot;translate&quot;:{&quot;x&quot;:1.6700280848034121,&quot;y&quot;:244.2356749690116},&quot;rotate&quot;:0,&quot;skewX&quot;:0,&quot;scale&quot;:{&quot;x&quot;:1,&quot;y&quot;:1}},&quot;opacity&quot;:1,&quot;path&quot;:{&quot;type&quot;:&quot;RECT&quot;,&quot;size&quot;:{&quot;x&quot;:18.999999999999996,&quot;y&quot;:19.000000000000007},&quot;cornerRounding&quot;:{&quot;type&quot;:&quot;ARC_LENGTH&quot;,&quot;global&quot;:0}},&quot;pathStyles&quot;:[{&quot;type&quot;:&quot;FILL&quot;,&quot;fillStyle&quot;:&quot;rgba(234,234,234,1)&quot;},{&quot;type&quot;:&quot;STROKE&quot;,&quot;strokeStyle&quot;:&quot;rgb(234, 234, 234)&quot;,&quot;lineWidth&quot;:0.7627734790540787,&quot;lineJoin&quot;:&quot;round&quot;}],&quot;isLocked&quot;:false,&quot;parent&quot;:{&quot;type&quot;:&quot;CHILD&quot;,&quot;parentId&quot;:&quot;400faf14-4792-494f-a4cf-e1154bba71af&quot;,&quot;order&quot;:&quot;999999&quot;}},&quot;e8817c7a-69b6-48ff-839c-fd33d104a177&quot;:{&quot;type&quot;:&quot;FIGURE_OBJECT&quot;,&quot;id&quot;:&quot;e8817c7a-69b6-48ff-839c-fd33d104a177&quot;,&quot;relativeTransform&quot;:{&quot;translate&quot;:{&quot;x&quot;:21.433232791142977,&quot;y&quot;:244.23565562989995},&quot;rotate&quot;:0,&quot;skewX&quot;:0,&quot;scale&quot;:{&quot;x&quot;:1,&quot;y&quot;:1}},&quot;opacity&quot;:1,&quot;path&quot;:{&quot;type&quot;:&quot;RECT&quot;,&quot;size&quot;:{&quot;x&quot;:18.999999999999996,&quot;y&quot;:19.000000000000007},&quot;cornerRounding&quot;:{&quot;type&quot;:&quot;ARC_LENGTH&quot;,&quot;global&quot;:0}},&quot;pathStyles&quot;:[{&quot;type&quot;:&quot;FILL&quot;,&quot;fillStyle&quot;:&quot;rgb(129, 134, 137)&quot;},{&quot;type&quot;:&quot;STROKE&quot;,&quot;strokeStyle&quot;:&quot;rgb(129, 134, 137)&quot;,&quot;lineWidth&quot;:0.7627734790540787,&quot;lineJoin&quot;:&quot;round&quot;}],&quot;isLocked&quot;:false,&quot;parent&quot;:{&quot;type&quot;:&quot;CHILD&quot;,&quot;parentId&quot;:&quot;400faf14-4792-494f-a4cf-e1154bba71af&quot;,&quot;order&quot;:&quot;9999995&quot;}},&quot;1e406054-a687-4957-a419-759031713b65&quot;:{&quot;type&quot;:&quot;FIGURE_OBJECT&quot;,&quot;id&quot;:&quot;1e406054-a687-4957-a419-759031713b65&quot;,&quot;relativeTransform&quot;:{&quot;translate&quot;:{&quot;x&quot;:101.75132015272075,&quot;y&quot;:204.70949249586096},&quot;rotate&quot;:0,&quot;skewX&quot;:0,&quot;scale&quot;:{&quot;x&quot;:1,&quot;y&quot;:1}},&quot;opacity&quot;:1,&quot;path&quot;:{&quot;type&quot;:&quot;RECT&quot;,&quot;size&quot;:{&quot;x&quot;:18.999999999999996,&quot;y&quot;:19.000000000000007},&quot;cornerRounding&quot;:{&quot;type&quot;:&quot;ARC_LENGTH&quot;,&quot;global&quot;:0}},&quot;pathStyles&quot;:[{&quot;type&quot;:&quot;FILL&quot;,&quot;fillStyle&quot;:&quot;rgb(129, 134, 137)&quot;},{&quot;type&quot;:&quot;STROKE&quot;,&quot;strokeStyle&quot;:&quot;rgb(129, 134, 137)&quot;,&quot;lineWidth&quot;:0.7627734790540787,&quot;lineJoin&quot;:&quot;round&quot;}],&quot;isLocked&quot;:false,&quot;parent&quot;:{&quot;type&quot;:&quot;CHILD&quot;,&quot;parentId&quot;:&quot;400faf14-4792-494f-a4cf-e1154bba71af&quot;,&quot;order&quot;:&quot;9999996&quot;}},&quot;18530262-2cb8-4258-a55d-8225cb290cdf&quot;:{&quot;type&quot;:&quot;FIGURE_OBJECT&quot;,&quot;id&quot;:&quot;18530262-2cb8-4258-a55d-8225cb290cdf&quot;,&quot;relativeTransform&quot;:{&quot;translate&quot;:{&quot;x&quot;:121.51353274795711,&quot;y&quot;:204.70994847566027},&quot;rotate&quot;:0,&quot;skewX&quot;:0,&quot;scale&quot;:{&quot;x&quot;:1,&quot;y&quot;:1}},&quot;opacity&quot;:1,&quot;path&quot;:{&quot;type&quot;:&quot;RECT&quot;,&quot;size&quot;:{&quot;x&quot;:18.999999999999996,&quot;y&quot;:19.000000000000007},&quot;cornerRounding&quot;:{&quot;type&quot;:&quot;ARC_LENGTH&quot;,&quot;global&quot;:0}},&quot;pathStyles&quot;:[{&quot;type&quot;:&quot;FILL&quot;,&quot;fillStyle&quot;:&quot;rgba(234,234,234,1)&quot;},{&quot;type&quot;:&quot;STROKE&quot;,&quot;strokeStyle&quot;:&quot;rgb(234, 234, 234)&quot;,&quot;lineWidth&quot;:0.7627734790540787,&quot;lineJoin&quot;:&quot;round&quot;}],&quot;isLocked&quot;:false,&quot;parent&quot;:{&quot;type&quot;:&quot;CHILD&quot;,&quot;parentId&quot;:&quot;400faf14-4792-494f-a4cf-e1154bba71af&quot;,&quot;order&quot;:&quot;9999997&quot;}},&quot;deeaf852-0a7c-4258-9468-653c3a0fa2a2&quot;:{&quot;type&quot;:&quot;FIGURE_OBJECT&quot;,&quot;id&quot;:&quot;deeaf852-0a7c-4258-9468-653c3a0fa2a2&quot;,&quot;relativeTransform&quot;:{&quot;translate&quot;:{&quot;x&quot;:141.2763430531506,&quot;y&quot;:204.71067074045249},&quot;rotate&quot;:0,&quot;skewX&quot;:0,&quot;scale&quot;:{&quot;x&quot;:1,&quot;y&quot;:1}},&quot;opacity&quot;:1,&quot;path&quot;:{&quot;type&quot;:&quot;RECT&quot;,&quot;size&quot;:{&quot;x&quot;:18.999999999999996,&quot;y&quot;:19.000000000000007},&quot;cornerRounding&quot;:{&quot;type&quot;:&quot;ARC_LENGTH&quot;,&quot;global&quot;:0}},&quot;pathStyles&quot;:[{&quot;type&quot;:&quot;FILL&quot;,&quot;fillStyle&quot;:&quot;rgba(234,234,234,1)&quot;},{&quot;type&quot;:&quot;STROKE&quot;,&quot;strokeStyle&quot;:&quot;rgb(234, 234, 234)&quot;,&quot;lineWidth&quot;:0.7627734790540787,&quot;lineJoin&quot;:&quot;round&quot;}],&quot;isLocked&quot;:false,&quot;parent&quot;:{&quot;type&quot;:&quot;CHILD&quot;,&quot;parentId&quot;:&quot;400faf14-4792-494f-a4cf-e1154bba71af&quot;,&quot;order&quot;:&quot;9999998&quot;}},&quot;1f342ac8-6250-42a0-ad63-8be008025c01&quot;:{&quot;type&quot;:&quot;FIGURE_OBJECT&quot;,&quot;id&quot;:&quot;1f342ac8-6250-42a0-ad63-8be008025c01&quot;,&quot;relativeTransform&quot;:{&quot;translate&quot;:{&quot;x&quot;:-38.13335419848028,&quot;y&quot;:172.94849635259914},&quot;rotate&quot;:3.141592653589793,&quot;skewX&quot;:0,&quot;scale&quot;:{&quot;x&quot;:1,&quot;y&quot;:1}},&quot;opacity&quot;:1,&quot;path&quot;:{&quot;type&quot;:&quot;POLY_LINE&quot;,&quot;points&quot;:[{&quot;x&quot;:-81.99073106605594,&quot;y&quot;:-140.95809987959552},{&quot;x&quot;:-118.03785878586484,&quot;y&quot;:-140.95809987959552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400faf14-4792-494f-a4cf-e1154bba71af&quot;,&quot;order&quot;:&quot;9999999&quot;},&quot;connectorInfo&quot;:{&quot;type&quot;:&quot;LINE&quot;,&quot;offset&quot;:{&quot;x&quot;:0,&quot;y&quot;:0},&quot;bending&quot;:0.1,&quot;customized&quot;:false},&quot;pathMarkers&quot;:{&quot;markerEnd&quot;:{&quot;type&quot;:&quot;PATH&quot;,&quot;units&quot;:{&quot;type&quot;:&quot;STROKE_WIDTH&quot;,&quot;scale&quot;:0.8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},&quot;c3b9f097-85c2-4b3c-91d6-296ae3a0411a&quot;:{&quot;type&quot;:&quot;FIGURE_OBJECT&quot;,&quot;id&quot;:&quot;c3b9f097-85c2-4b3c-91d6-296ae3a0411a&quot;,&quot;relativeTransform&quot;:{&quot;translate&quot;:{&quot;x&quot;:-38.13300365700295,&quot;y&quot;:63.751335998819044},&quot;rotate&quot;:3.141592653589793,&quot;skewX&quot;:0,&quot;scale&quot;:{&quot;x&quot;:1,&quot;y&quot;:1}},&quot;opacity&quot;:1,&quot;path&quot;:{&quot;type&quot;:&quot;POLY_LINE&quot;,&quot;points&quot;:[{&quot;x&quot;:-81.99073106605594,&quot;y&quot;:-140.95809987959552},{&quot;x&quot;:-118.03785878586484,&quot;y&quot;:-140.95809987959552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400faf14-4792-494f-a4cf-e1154bba71af&quot;,&quot;order&quot;:&quot;99999997&quot;},&quot;connectorInfo&quot;:{&quot;type&quot;:&quot;LINE&quot;,&quot;offset&quot;:{&quot;x&quot;:0,&quot;y&quot;:0},&quot;bending&quot;:0.1,&quot;customized&quot;:false},&quot;pathMarkers&quot;:{&quot;markerEnd&quot;:{&quot;type&quot;:&quot;PATH&quot;,&quot;units&quot;:{&quot;type&quot;:&quot;STROKE_WIDTH&quot;,&quot;scale&quot;:0.8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},&quot;f29e6490-8b9e-498a-a0c4-79649252385a&quot;:{&quot;id&quot;:&quot;f29e6490-8b9e-498a-a0c4-79649252385a&quot;,&quot;name&quot;:&quot;gpu-mining.png&quot;,&quot;type&quot;:&quot;FIGURE_OBJECT&quot;,&quot;relativeTransform&quot;:{&quot;translate&quot;:{&quot;x&quot;:295.31833363335585,&quot;y&quot;:324.2423222703421},&quot;rotate&quot;:0,&quot;skewX&quot;:0,&quot;scale&quot;:{&quot;x&quot;:0.17659228140660957,&quot;y&quot;:0.17659228140660957}},&quot;image&quot;:{&quot;url&quot;:&quot;https://core.services.biorender.com/api/uploads/noredirect/69ca3db9c1f8e1516b0b7644/1774861753663_7528a30d-1133-4067-b366-e55cd3b0d690_icon.png&quot;,&quot;isPremium&quot;:false,&quot;isSignedURL&quot;:true,&quot;size&quot;:{&quot;x&quot;:300,&quot;y&quot;:300}},&quot;source&quot;:{&quot;id&quot;:&quot;69ca3db9c1f8e1516b0b7644&quot;,&quot;type&quot;:&quot;UPLOADS&quot;},&quot;isPremium&quot;:false,&quot;parent&quot;:{&quot;type&quot;:&quot;CHILD&quot;,&quot;parentId&quot;:&quot;9b7a5904-bde8-44c2-a6e2-8796f4afa11b&quot;,&quot;order&quot;:&quot;5&quot;}},&quot;9b7a5904-bde8-44c2-a6e2-8796f4afa11b&quot;:{&quot;type&quot;:&quot;FIGURE_OBJECT&quot;,&quot;id&quot;:&quot;9b7a5904-bde8-44c2-a6e2-8796f4afa11b&quot;,&quot;parent&quot;:{&quot;type&quot;:&quot;CHILD&quot;,&quot;parentId&quot;:&quot;400faf14-4792-494f-a4cf-e1154bba71af&quot;,&quot;order&quot;:&quot;99999998&quot;},&quot;relativeTransform&quot;:{&quot;translate&quot;:{&quot;x&quot;:-103.70723217366954,&quot;y&quot;:609.2533515005983},&quot;rotate&quot;:-1.570796326794897,&quot;skewX&quot;:0,&quot;scale&quot;:{&quot;x&quot;:0.9999999999999999,&quot;y&quot;:0.9999999999999999}}},&quot;cf92e922-091c-471d-b876-fe9358e57907&quot;:{&quot;type&quot;:&quot;FIGURE_OBJECT&quot;,&quot;id&quot;:&quot;cf92e922-091c-471d-b876-fe9358e57907&quot;,&quot;parent&quot;:{&quot;type&quot;:&quot;CROP&quot;,&quot;parentId&quot;:&quot;9b7a5904-bde8-44c2-a6e2-8796f4afa11b&quot;,&quot;order&quot;:&quot;5&quot;},&quot;relativeTransform&quot;:{&quot;translate&quot;:{&quot;x&quot;:295.3469410150913,&quot;y&quot;:324.38535917901976},&quot;rotate&quot;:0,&quot;skewX&quot;:0,&quot;scale&quot;:{&quot;x&quot;:24.000000000000004,&quot;y&quot;:15.188926425455607}},&quot;path&quot;:{&quot;type&quot;:&quot;RECT&quot;,&quot;size&quot;:{&quot;x&quot;:2,&quot;y&quot;:2}},&quot;pathStyles&quot;:[{&quot;type&quot;:&quot;FILL&quot;,&quot;fillStyle&quot;:&quot;#fff&quot;}],&quot;isFrozen&quot;:true},&quot;f1fafaaf-aa40-4199-a469-3da788bacbb8&quot;:{&quot;type&quot;:&quot;FIGURE_OBJECT&quot;,&quot;id&quot;:&quot;f1fafaaf-aa40-4199-a469-3da788bacbb8&quot;,&quot;relativeTransform&quot;:{&quot;translate&quot;:{&quot;x&quot;:76.9142818235295,&quot;y&quot;:172.94899599235987},&quot;rotate&quot;:3.141592653589793,&quot;skewX&quot;:0,&quot;scale&quot;:{&quot;x&quot;:1,&quot;y&quot;:1}},&quot;opacity&quot;:1,&quot;path&quot;:{&quot;type&quot;:&quot;POLY_LINE&quot;,&quot;points&quot;:[{&quot;x&quot;:-81.99073106605594,&quot;y&quot;:-140.95809987959552},{&quot;x&quot;:-118.03785878586484,&quot;y&quot;:-140.95809987959552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400faf14-4792-494f-a4cf-e1154bba71af&quot;,&quot;order&quot;:&quot;99999999&quot;},&quot;connectorInfo&quot;:{&quot;type&quot;:&quot;LINE&quot;,&quot;offset&quot;:{&quot;x&quot;:0,&quot;y&quot;:0},&quot;bending&quot;:0.1,&quot;customized&quot;:false},&quot;pathMarkers&quot;:{&quot;markerEnd&quot;:{&quot;type&quot;:&quot;PATH&quot;,&quot;units&quot;:{&quot;type&quot;:&quot;STROKE_WIDTH&quot;,&quot;scale&quot;:0.8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},&quot;40f3ab63-33de-4de6-8993-f39793c73973&quot;:{&quot;id&quot;:&quot;40f3ab63-33de-4de6-8993-f39793c73973&quot;,&quot;type&quot;:&quot;FIGURE_OBJECT&quot;,&quot;relativeTransform&quot;:{&quot;translate&quot;:{&quot;x&quot;:222.56051375275658,&quot;y&quot;:348.92700871098396},&quot;rotate&quot;:0,&quot;skewX&quot;:0,&quot;scale&quot;:{&quot;x&quot;:1,&quot;y&quot;:1}},&quot;text&quot;:{&quot;textData&quot;:{&quot;lineSpacing&quot;:&quot;half&quot;,&quot;alignment&quot;:&quot;center&quot;,&quot;verticalAlign&quot;:&quot;CENTER&quot;,&quot;lines&quot;:[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5]}],&quot;text&quot;:&quot;in GPU&quot;}],&quot;_lastCaretLocation&quot;:{&quot;lineIndex&quot;:0,&quot;runIndex&quot;:0,&quot;charIndex&quot;:3}},&quot;format&quot;:&quot;BETTER_TEXT&quot;,&quot;size&quot;:{&quot;x&quot;:77.00020944796815,&quot;y&quot;:22.03834340389669},&quot;targetSize&quot;:{&quot;x&quot;:77.00020944796815,&quot;y&quot;:22.03834340389669}},&quot;parent&quot;:{&quot;type&quot;:&quot;CHILD&quot;,&quot;parentId&quot;:&quot;400faf14-4792-494f-a4cf-e1154bba71af&quot;,&quot;order&quot;:&quot;999999997&quot;}},&quot;30e6fc09-de17-4f7e-b8ed-4a55744d919b&quot;:{&quot;type&quot;:&quot;FIGURE_OBJECT&quot;,&quot;id&quot;:&quot;30e6fc09-de17-4f7e-b8ed-4a55744d919b&quot;,&quot;relativeTransform&quot;:{&quot;translate&quot;:{&quot;x&quot;:79.12759972375807,&quot;y&quot;:63.753172792575114},&quot;rotate&quot;:3.141592653589793,&quot;skewX&quot;:0,&quot;scale&quot;:{&quot;x&quot;:1,&quot;y&quot;:1}},&quot;opacity&quot;:1,&quot;path&quot;:{&quot;type&quot;:&quot;POLY_LINE&quot;,&quot;points&quot;:[{&quot;x&quot;:-81.99073106605594,&quot;y&quot;:-140.95809987959552},{&quot;x&quot;:-118.03785878586484,&quot;y&quot;:-140.95809987959552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isLocked&quot;:false,&quot;parent&quot;:{&quot;type&quot;:&quot;CHILD&quot;,&quot;parentId&quot;:&quot;400faf14-4792-494f-a4cf-e1154bba71af&quot;,&quot;order&quot;:&quot;999999998&quot;},&quot;connectorInfo&quot;:{&quot;type&quot;:&quot;LINE&quot;,&quot;offset&quot;:{&quot;x&quot;:0,&quot;y&quot;:0},&quot;bending&quot;:0.1,&quot;customized&quot;:false},&quot;pathMarkers&quot;:{&quot;markerEnd&quot;:{&quot;type&quot;:&quot;PATH&quot;,&quot;units&quot;:{&quot;type&quot;:&quot;STROKE_WIDTH&quot;,&quot;scale&quot;:0.8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},&quot;db4a053c-eb67-4081-a4cc-3b28e1e2036d&quot;:{&quot;relativeTransform&quot;:{&quot;translate&quot;:{&quot;x&quot;:351.15641929309373,&quot;y&quot;:247.7475325397594},&quot;rotate&quot;:0,&quot;skewX&quot;:0,&quot;scale&quot;:{&quot;x&quot;:1,&quot;y&quot;:1}},&quot;type&quot;:&quot;FIGURE_OBJECT&quot;,&quot;id&quot;:&quot;db4a053c-eb67-4081-a4cc-3b28e1e2036d&quot;,&quot;parent&quot;:{&quot;type&quot;:&quot;CHILD&quot;,&quot;parentId&quot;:&quot;400faf14-4792-494f-a4cf-e1154bba71af&quot;,&quot;order&quot;:&quot;999999999&quot;},&quot;name&quot;:&quot;Four parameter dose-response curve (inhibitor)&quot;,&quot;displayName&quot;:&quot;Four parameter dose-response curve (inhibitor)&quot;,&quot;source&quot;:{&quot;id&quot;:&quot;6748d824b26c152f436ddc4d&quot;,&quot;type&quot;:&quot;ASSETS&quot;},&quot;isPremium&quot;:true},&quot;f6d0397a-7a20-44b1-9b35-0737014607b3&quot;:{&quot;type&quot;:&quot;FIGURE_OBJECT&quot;,&quot;id&quot;:&quot;f6d0397a-7a20-44b1-9b35-0737014607b3&quot;,&quot;relativeTransform&quot;:{&quot;translate&quot;:{&quot;x&quot;:-117.02406738879857,&quot;y&quot;:-32.66269520488415},&quot;rotate&quot;:0},&quot;opacity&quot;:1,&quot;path&quot;:{&quot;type&quot;:&quot;POLY_LINE&quot;,&quot;points&quot;:[{&quot;x&quot;:-23.923978416056237,&quot;y&quot;:-20.01022365777394},{&quot;x&quot;:-23.953243832605377,&quot;y&quot;:19.77213686183697},{&quot;x&quot;:24.046756167394623,&quot;y&quot;:19.77213686183697}],&quot;closed&quot;:false},&quot;pathStyles&quot;:[{&quot;type&quot;:&quot;FILL&quot;,&quot;fillStyle&quot;:&quot;transparent&quot;},{&quot;type&quot;:&quot;STROKE&quot;,&quot;strokeStyle&quot;:&quot;#232323&quot;,&quot;lineWidth&quot;:2,&quot;lineJoin&quot;:&quot;round&quot;,&quot;dashArray&quot;:[0,0]}],&quot;isLocked&quot;:false,&quot;parent&quot;:{&quot;type&quot;:&quot;CHILD&quot;,&quot;parentId&quot;:&quot;db4a053c-eb67-4081-a4cc-3b28e1e2036d&quot;,&quot;order&quot;:&quot;3&quot;}},&quot;8840cf66-96f7-4a25-8da9-8730e7336b48&quot;:{&quot;type&quot;:&quot;FIGURE_OBJECT&quot;,&quot;id&quot;:&quot;8840cf66-96f7-4a25-8da9-8730e7336b48&quot;,&quot;relativeTransform&quot;:{&quot;translate&quot;:{&quot;x&quot;:-115.0018722064059,&quot;y&quot;:-33.33332304185446},&quot;rotate&quot;:-2.449293598294707e-16},&quot;opacity&quot;:1,&quot;path&quot;:{&quot;type&quot;:&quot;POLY_LINE&quot;,&quot;points&quot;:[{&quot;x&quot;:21.638914608959134,&quot;y&quot;:17.68782630544706},{&quot;x&quot;:13.260601163451867,&quot;y&quot;:17.68782630544706},{&quot;x&quot;:5.5608468907096205,&quot;y&quot;:12.179398083418548},{&quot;x&quot;:-0.7236724428920123,&quot;y&quot;:-0.519397478684121},{&quot;x&quot;:-6.226268364614732,&quot;y&quot;:-10.976022623862946},{&quot;x&quot;:-13.588493575493484,&quot;y&quot;:-16.390418477188504},{&quot;x&quot;:-21.966397542942982,&quot;y&quot;:-16.390418477188504}],&quot;closed&quot;:false,&quot;cornerRounding&quot;:{&quot;type&quot;:&quot;ARC_LENGTH&quot;,&quot;global&quot;:17.261674625670125},&quot;selectedObjectIds&quot;:[&quot;a4e5bf4e-b0b2-4882-a5b3-3393defc5d90&quot;]},&quot;pathStyles&quot;:[{&quot;type&quot;:&quot;FILL&quot;,&quot;fillStyle&quot;:&quot;transparent&quot;},{&quot;type&quot;:&quot;STROKE&quot;,&quot;strokeStyle&quot;:&quot;rgb(135, 73, 203)&quot;,&quot;lineWidth&quot;:2,&quot;lineJoin&quot;:&quot;round&quot;}],&quot;isLocked&quot;:false,&quot;parent&quot;:{&quot;type&quot;:&quot;CHILD&quot;,&quot;parentId&quot;:&quot;db4a053c-eb67-4081-a4cc-3b28e1e2036d&quot;,&quot;order&quot;:&quot;6&quot;},&quot;connectorInfo&quot;:{&quot;connectedObjects&quot;:[],&quot;type&quot;:&quot;ELBOW&quot;,&quot;offset&quot;:{&quot;x&quot;:0,&quot;y&quot;:0},&quot;bending&quot;:0.1,&quot;firstElementIsHead&quot;:true,&quot;customized&quot;:true}},&quot;65f09a18-31d8-4228-ae2b-dcb98119f219&quot;:{&quot;id&quot;:&quot;65f09a18-31d8-4228-ae2b-dcb98119f219&quot;,&quot;type&quot;:&quot;FIGURE_OBJECT&quot;,&quot;relativeTransform&quot;:{&quot;translate&quot;:{&quot;x&quot;:202.17878280778868,&quot;y&quot;:217.42828861335482},&quot;rotate&quot;:-1.570796326794897,&quot;skewX&quot;:0,&quot;scale&quot;:{&quot;x&quot;:1,&quot;y&quot;:1}},&quot;text&quot;:{&quot;textData&quot;:{&quot;lineSpacing&quot;:&quot;half&quot;,&quot;alignment&quot;:&quot;left&quot;,&quot;verticalAlign&quot;:&quot;CENTER&quot;,&quot;lines&quot;:[{&quot;runs&quot;:[{&quot;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,&quot;range&quot;:[0,3]}],&quot;text&quot;:&quot;Loss&quot;}],&quot;_lastCaretLocation&quot;:{&quot;lineIndex&quot;:0,&quot;runIndex&quot;:-1,&quot;charIndex&quot;:-1,&quot;endOfLine&quot;:true}},&quot;format&quot;:&quot;BETTER_TEXT&quot;,&quot;size&quot;:{&quot;x&quot;:36.85740661621094,&quot;y&quot;:14},&quot;targetSize&quot;:{&quot;x&quot;:36.85740661621094,&quot;y&quot;:14}},&quot;parent&quot;:{&quot;type&quot;:&quot;CHILD&quot;,&quot;parentId&quot;:&quot;400faf14-4792-494f-a4cf-e1154bba71af&quot;,&quot;order&quot;:&quot;9999999995&quot;}},&quot;a4b79064-08ae-4b8e-bc0b-808d72b38f0a&quot;:{&quot;id&quot;:&quot;a4b79064-08ae-4b8e-bc0b-808d72b38f0a&quot;,&quot;type&quot;:&quot;FIGURE_OBJECT&quot;,&quot;relativeTransform&quot;:{&quot;translate&quot;:{&quot;x&quot;:3.5507719687219597,&quot;y&quot;:172.18181407780185},&quot;rotate&quot;:0,&quot;skewX&quot;:0,&quot;scale&quot;:{&quot;x&quot;:1,&quot;y&quot;:1}},&quot;text&quot;:{&quot;textData&quot;:{&quot;lineSpacing&quot;:&quot;half&quot;,&quot;alignment&quot;:&quot;left&quot;,&quot;verticalAlign&quot;:&quot;CENTER&quot;,&quot;lines&quot;:[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23]}],&quot;text&quot;:&quot;Memory-map sparse matrix&quot;},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0]},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1,4]},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5,5]}],&quot;text&quot;:&quot;(MMSM)&quot;}],&quot;_lastCaretLocation&quot;:{&quot;lineIndex&quot;:1,&quot;runIndex&quot;:-1,&quot;charIndex&quot;:-1,&quot;endOfLine&quot;:true}},&quot;format&quot;:&quot;BETTER_TEXT&quot;,&quot;size&quot;:{&quot;x&quot;:91.78552900053059,&quot;y&quot;:40.86206896551724},&quot;targetSize&quot;:{&quot;x&quot;:91.78552900053059,&quot;y&quot;:27.931034482758623}},&quot;parent&quot;:{&quot;type&quot;:&quot;CHILD&quot;,&quot;parentId&quot;:&quot;400faf14-4792-494f-a4cf-e1154bba71af&quot;,&quot;order&quot;:&quot;9999999997&quot;}},&quot;b239bdf3-cc0a-42d9-8882-c5da06c62805&quot;:{&quot;id&quot;:&quot;b239bdf3-cc0a-42d9-8882-c5da06c62805&quot;,&quot;type&quot;:&quot;FIGURE_OBJECT&quot;,&quot;relativeTransform&quot;:{&quot;translate&quot;:{&quot;x&quot;:132.98774781430208,&quot;y&quot;:179.15644166408663},&quot;rotate&quot;:0,&quot;skewX&quot;:0,&quot;scale&quot;:{&quot;x&quot;:1,&quot;y&quot;:1}},&quot;text&quot;:{&quot;textData&quot;:{&quot;lineSpacing&quot;:&quot;half&quot;,&quot;alignment&quot;:&quot;left&quot;,&quot;verticalAlign&quot;:&quot;CENTER&quot;,&quot;lines&quot;:[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11]}],&quot;text&quot;:&quot;Dense matrix&quot;},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19]}],&quot;text&quot;:&quot;(retrieving a batch)&quot;}],&quot;_lastCaretLocation&quot;:{&quot;lineIndex&quot;:1,&quot;runIndex&quot;:0,&quot;charIndex&quot;:7}},&quot;format&quot;:&quot;BETTER_TEXT&quot;,&quot;size&quot;:{&quot;x&quot;:127.94133554012154,&quot;y&quot;:27.93103448275862},&quot;targetSize&quot;:{&quot;x&quot;:127.94133554012154,&quot;y&quot;:27.93103448275862}},&quot;parent&quot;:{&quot;type&quot;:&quot;CHILD&quot;,&quot;parentId&quot;:&quot;400faf14-4792-494f-a4cf-e1154bba71af&quot;,&quot;order&quot;:&quot;9999999998&quot;}},&quot;a1b5d4b4-55ee-452c-8ff9-24ee5d3f3f4f&quot;:{&quot;type&quot;:&quot;FIGURE_OBJECT&quot;,&quot;id&quot;:&quot;a1b5d4b4-55ee-452c-8ff9-24ee5d3f3f4f&quot;,&quot;relativeTransform&quot;:{&quot;translate&quot;:{&quot;x&quot;:16.31126718977748,&quot;y&quot;:274.42775346917176},&quot;rotate&quot;:0,&quot;skewX&quot;:0,&quot;scale&quot;:{&quot;x&quot;:1,&quot;y&quot;:1}},&quot;opacity&quot;:1,&quot;path&quot;:{&quot;type&quot;:&quot;POLY_LINE&quot;,&quot;points&quot;:[{&quot;x&quot;:0,&quot;y&quot;:-11.455925230397895},{&quot;x&quot;:0,&quot;y&quot;:7.961325775451485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,&quot;dashArray&quot;:[4]}],&quot;isLocked&quot;:false,&quot;parent&quot;:{&quot;type&quot;:&quot;CHILD&quot;,&quot;parentId&quot;:&quot;400faf14-4792-494f-a4cf-e1154bba71af&quot;,&quot;order&quot;:&quot;9999999999&quot;},&quot;connectorInfo&quot;:{&quot;type&quot;:&quot;LINE&quot;,&quot;offset&quot;:{&quot;x&quot;:0,&quot;y&quot;:0},&quot;bending&quot;:0.1,&quot;customized&quot;:false}},&quot;54ef7e41-4254-4ba7-9c62-383c4ce0db35&quot;:{&quot;type&quot;:&quot;FIGURE_OBJECT&quot;,&quot;id&quot;:&quot;54ef7e41-4254-4ba7-9c62-383c4ce0db35&quot;,&quot;relativeTransform&quot;:{&quot;translate&quot;:{&quot;x&quot;:120.07916744790445,&quot;y&quot;:274.8758482382401},&quot;rotate&quot;:0,&quot;skewX&quot;:0,&quot;scale&quot;:{&quot;x&quot;:1,&quot;y&quot;:1}},&quot;opacity&quot;:1,&quot;path&quot;:{&quot;type&quot;:&quot;POLY_LINE&quot;,&quot;points&quot;:[{&quot;x&quot;:0,&quot;y&quot;:-51.52733231378363},{&quot;x&quot;:0,&quot;y&quot;:7.961325775451485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,&quot;dashArray&quot;:[4]}],&quot;isLocked&quot;:false,&quot;parent&quot;:{&quot;type&quot;:&quot;CHILD&quot;,&quot;parentId&quot;:&quot;400faf14-4792-494f-a4cf-e1154bba71af&quot;,&quot;order&quot;:&quot;99999999995&quot;},&quot;connectorInfo&quot;:{&quot;type&quot;:&quot;LINE&quot;,&quot;offset&quot;:{&quot;x&quot;:0,&quot;y&quot;:0},&quot;bending&quot;:0.1,&quot;customized&quot;:false}},&quot;76ead9c2-03f0-4db1-bcdd-63ccbd959425&quot;:{&quot;id&quot;:&quot;76ead9c2-03f0-4db1-bcdd-63ccbd959425&quot;,&quot;type&quot;:&quot;FIGURE_OBJECT&quot;,&quot;relativeTransform&quot;:{&quot;translate&quot;:{&quot;x&quot;:228.14044161829688,&quot;y&quot;:244.72818494915543},&quot;rotate&quot;:-1.9915985002059197e-16,&quot;skewX&quot;:0,&quot;scale&quot;:{&quot;x&quot;:1,&quot;y&quot;:1}},&quot;text&quot;:{&quot;textData&quot;:{&quot;lineSpacing&quot;:&quot;half&quot;,&quot;alignment&quot;:&quot;left&quot;,&quot;verticalAlign&quot;:&quot;CENTER&quot;,&quot;lines&quot;:[{&quot;runs&quot;:[{&quot;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,&quot;range&quot;:[0,4]}],&quot;text&quot;:&quot;Epoch&quot;}],&quot;_lastCaretLocation&quot;:{&quot;lineIndex&quot;:0,&quot;runIndex&quot;:-1,&quot;charIndex&quot;:-1,&quot;endOfLine&quot;:true}},&quot;format&quot;:&quot;BETTER_TEXT&quot;,&quot;size&quot;:{&quot;x&quot;:37.923797607421875,&quot;y&quot;:14.000000000000002},&quot;targetSize&quot;:{&quot;x&quot;:37.92379760742187,&quot;y&quot;:14.000000000000002}},&quot;parent&quot;:{&quot;type&quot;:&quot;CHILD&quot;,&quot;parentId&quot;:&quot;400faf14-4792-494f-a4cf-e1154bba71af&quot;,&quot;order&quot;:&quot;99999999997&quot;}},&quot;83f7b811-c0fd-4f31-8b03-701ae4bdabac&quot;:{&quot;type&quot;:&quot;FIGURE_OBJECT&quot;,&quot;id&quot;:&quot;83f7b811-c0fd-4f31-8b03-701ae4bdabac&quot;,&quot;relativeTransform&quot;:{&quot;translate&quot;:{&quot;x&quot;:220.67816669608501,&quot;y&quot;:275.80774143150177},&quot;rotate&quot;:0,&quot;skewX&quot;:0,&quot;scale&quot;:{&quot;x&quot;:1,&quot;y&quot;:1}},&quot;opacity&quot;:1,&quot;path&quot;:{&quot;type&quot;:&quot;POLY_LINE&quot;,&quot;points&quot;:[{&quot;x&quot;:0,&quot;y&quot;:-17.960308690028114},{&quot;x&quot;:0,&quot;y&quot;:9.492060799181388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,&quot;dashArray&quot;:[4]}],&quot;isLocked&quot;:false,&quot;parent&quot;:{&quot;type&quot;:&quot;CHILD&quot;,&quot;parentId&quot;:&quot;400faf14-4792-494f-a4cf-e1154bba71af&quot;,&quot;order&quot;:&quot;99999999998&quot;},&quot;connectorInfo&quot;:{&quot;type&quot;:&quot;LINE&quot;,&quot;offset&quot;:{&quot;x&quot;:0,&quot;y&quot;:0},&quot;bending&quot;:0.1,&quot;customized&quot;:false}},&quot;5388673e-77c0-4016-83b7-7d004f156363&quot;:{&quot;id&quot;:&quot;5388673e-77c0-4016-83b7-7d004f156363&quot;,&quot;type&quot;:&quot;FIGURE_OBJECT&quot;,&quot;relativeTransform&quot;:{&quot;translate&quot;:{&quot;x&quot;:234.44860389397942,&quot;y&quot;:180.10903692141534},&quot;rotate&quot;:0,&quot;skewX&quot;:0,&quot;scale&quot;:{&quot;x&quot;:1,&quot;y&quot;:1}},&quot;text&quot;:{&quot;textData&quot;:{&quot;lineSpacing&quot;:&quot;half&quot;,&quot;alignment&quot;:&quot;left&quot;,&quot;verticalAlign&quot;:&quot;CENTER&quot;,&quot;lines&quot;:[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4]}],&quot;text&quot;:&quot;Model&quot;,&quot;base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},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7]}],&quot;text&quot;:&quot;training&quot;,&quot;base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}],&quot;_lastCaretLocation&quot;:{&quot;lineIndex&quot;:1,&quot;runIndex&quot;:0,&quot;charIndex&quot;:0}},&quot;format&quot;:&quot;BETTER_TEXT&quot;,&quot;size&quot;:{&quot;x&quot;:50.5392205635634,&quot;y&quot;:27.93103448275862},&quot;targetSize&quot;:{&quot;x&quot;:50.5392205635634,&quot;y&quot;:27.93103448275862}},&quot;parent&quot;:{&quot;type&quot;:&quot;CHILD&quot;,&quot;parentId&quot;:&quot;400faf14-4792-494f-a4cf-e1154bba71af&quot;,&quot;order&quot;:&quot;99999999999&quot;}},&quot;9b0a07e2-a315-420f-91e5-d2156b9b87e9&quot;:{&quot;id&quot;:&quot;9b0a07e2-a315-420f-91e5-d2156b9b87e9&quot;,&quot;type&quot;:&quot;FIGURE_OBJECT&quot;,&quot;relativeTransform&quot;:{&quot;translate&quot;:{&quot;x&quot;:-43.14821616861387,&quot;y&quot;:224.4725761445427},&quot;rotate&quot;:-1.570796326794897,&quot;skewX&quot;:0,&quot;scale&quot;:{&quot;x&quot;:1,&quot;y&quot;:1}},&quot;text&quot;:{&quot;textData&quot;:{&quot;lineSpacing&quot;:&quot;normal&quot;,&quot;alignment&quot;:&quot;left&quot;,&quot;verticalAlign&quot;:&quot;CENTER&quot;,&quot;lines&quot;:[{&quot;runs&quot;:[{&quot;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,&quot;range&quot;:[0,3]}],&quot;text&quot;:&quot;110M&quot;,&quot;base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},{&quot;runs&quot;:[{&quot;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,&quot;range&quot;:[0,4]}],&quot;text&quot;:&quot;cells&quot;,&quot;base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}],&quot;_lastCaretLocation&quot;:{&quot;lineIndex&quot;:1,&quot;runIndex&quot;:0,&quot;charIndex&quot;:0}},&quot;format&quot;:&quot;BETTER_TEXT&quot;,&quot;size&quot;:{&quot;x&quot;:45.339835711448735,&quot;y&quot;:28},&quot;targetSize&quot;:{&quot;x&quot;:45.339835711448735,&quot;y&quot;:28}},&quot;parent&quot;:{&quot;type&quot;:&quot;CHILD&quot;,&quot;parentId&quot;:&quot;400faf14-4792-494f-a4cf-e1154bba71af&quot;,&quot;order&quot;:&quot;999999999992&quot;}},&quot;a567fea5-1eca-4399-8c25-e35d30f42ff4&quot;:{&quot;id&quot;:&quot;a567fea5-1eca-4399-8c25-e35d30f42ff4&quot;,&quot;type&quot;:&quot;FIGURE_OBJECT&quot;,&quot;relativeTransform&quot;:{&quot;translate&quot;:{&quot;x&quot;:-6.926331017318281,&quot;y&quot;:269.28867434685856},&quot;rotate&quot;:-1.99159850020592e-16,&quot;skewX&quot;:0,&quot;scale&quot;:{&quot;x&quot;:1.0000000000000002,&quot;y&quot;:1.0000000000000002}},&quot;text&quot;:{&quot;textData&quot;:{&quot;lineSpacing&quot;:&quot;normal&quot;,&quot;alignment&quot;:&quot;left&quot;,&quot;verticalAlign&quot;:&quot;CENTER&quot;,&quot;lines&quot;:[{&quot;runs&quot;:[{&quot;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,&quot;range&quot;:[0,2]}],&quot;text&quot;:&quot;22K&quot;,&quot;base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},{&quot;runs&quot;:[{&quot;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,&quot;range&quot;:[0,4]}],&quot;text&quot;:&quot;genes&quot;}],&quot;_lastCaretLocation&quot;:{&quot;lineIndex&quot;:0,&quot;runIndex&quot;:-1,&quot;charIndex&quot;:-1,&quot;endOfLine&quot;:true}},&quot;format&quot;:&quot;BETTER_TEXT&quot;,&quot;size&quot;:{&quot;x&quot;:55.33274841308594,&quot;y&quot;:28},&quot;targetSize&quot;:{&quot;x&quot;:31.721672245449803,&quot;y&quot;:15.000000000000004}},&quot;parent&quot;:{&quot;type&quot;:&quot;CHILD&quot;,&quot;parentId&quot;:&quot;400faf14-4792-494f-a4cf-e1154bba71af&quot;,&quot;order&quot;:&quot;999999999995&quot;}},&quot;e71bb145-547b-4e44-a106-1aeae7663cf9&quot;:{&quot;id&quot;:&quot;e71bb145-547b-4e44-a106-1aeae7663cf9&quot;,&quot;type&quot;:&quot;FIGURE_OBJECT&quot;,&quot;relativeTransform&quot;:{&quot;translate&quot;:{&quot;x&quot;:-277.1664819817767,&quot;y&quot;:377.1669077307521},&quot;rotate&quot;:0,&quot;skewX&quot;:0,&quot;scale&quot;:{&quot;x&quot;:1,&quot;y&quot;:1}},&quot;text&quot;:{&quot;textData&quot;:{&quot;lineSpacing&quot;:&quot;half&quot;,&quot;alignment&quot;:&quot;left&quot;,&quot;verticalAlign&quot;:&quot;CENTER&quot;,&quot;lines&quot;:[{&quot;runs&quot;:[{&quot;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,&quot;range&quot;:[0,4]}],&quot;text&quot;:&quot;#Cell&quot;}],&quot;_lastCaretLocation&quot;:{&quot;lineIndex&quot;:0,&quot;runIndex&quot;:-1,&quot;charIndex&quot;:-1,&quot;endOfLine&quot;:true}},&quot;format&quot;:&quot;BETTER_TEXT&quot;,&quot;size&quot;:{&quot;x&quot;:33.39546203613281,&quot;y&quot;:15},&quot;targetSize&quot;:{&quot;x&quot;:33.39546203613281,&quot;y&quot;:15}},&quot;parent&quot;:{&quot;type&quot;:&quot;CHILD&quot;,&quot;parentId&quot;:&quot;400faf14-4792-494f-a4cf-e1154bba71af&quot;,&quot;order&quot;:&quot;999999999997&quot;}},&quot;52cb3e05-f464-40c5-9555-82d0fdba3e35&quot;:{&quot;id&quot;:&quot;52cb3e05-f464-40c5-9555-82d0fdba3e35&quot;,&quot;type&quot;:&quot;FIGURE_OBJECT&quot;,&quot;relativeTransform&quot;:{&quot;translate&quot;:{&quot;x&quot;:-174.39680220656408,&quot;y&quot;:377.1671052345814},&quot;rotate&quot;:0,&quot;skewX&quot;:0,&quot;scale&quot;:{&quot;x&quot;:1,&quot;y&quot;:1}},&quot;text&quot;:{&quot;textData&quot;:{&quot;lineSpacing&quot;:&quot;half&quot;,&quot;alignment&quot;:&quot;left&quot;,&quot;verticalAlign&quot;:&quot;CENTER&quot;,&quot;lines&quot;:[{&quot;runs&quot;:[{&quot;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,&quot;range&quot;:[0,12]}],&quot;text&quot;:&quot;#Perturbation&quot;}],&quot;_lastCaretLocation&quot;:{&quot;lineIndex&quot;:0,&quot;runIndex&quot;:-1,&quot;charIndex&quot;:-1,&quot;endOfLine&quot;:true}},&quot;format&quot;:&quot;BETTER_TEXT&quot;,&quot;size&quot;:{&quot;x&quot;:88.50234985351562,&quot;y&quot;:15},&quot;targetSize&quot;:{&quot;x&quot;:33.39546203613281,&quot;y&quot;:15}},&quot;parent&quot;:{&quot;type&quot;:&quot;CHILD&quot;,&quot;parentId&quot;:&quot;400faf14-4792-494f-a4cf-e1154bba71af&quot;,&quot;order&quot;:&quot;999999999998&quot;}},&quot;f36f0da9-1736-40da-8af2-4bf97f41eddd&quot;:{&quot;id&quot;:&quot;f36f0da9-1736-40da-8af2-4bf97f41eddd&quot;,&quot;type&quot;:&quot;FIGURE_OBJECT&quot;,&quot;relativeTransform&quot;:{&quot;translate&quot;:{&quot;x&quot;:-84.8251127108899,&quot;y&quot;:377.1667302131782},&quot;rotate&quot;:0,&quot;skewX&quot;:0,&quot;scale&quot;:{&quot;x&quot;:1,&quot;y&quot;:1}},&quot;text&quot;:{&quot;textData&quot;:{&quot;lineSpacing&quot;:&quot;half&quot;,&quot;alignment&quot;:&quot;left&quot;,&quot;verticalAlign&quot;:&quot;CENTER&quot;,&quot;lines&quot;:[{&quot;runs&quot;:[{&quot;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,&quot;range&quot;:[0,7]}],&quot;text&quot;:&quot;#Context&quot;}],&quot;_lastCaretLocation&quot;:{&quot;lineIndex&quot;:0,&quot;runIndex&quot;:-1,&quot;charIndex&quot;:-1,&quot;endOfLine&quot;:true}},&quot;format&quot;:&quot;BETTER_TEXT&quot;,&quot;size&quot;:{&quot;x&quot;:58.82047362537827,&quot;y&quot;:15},&quot;targetSize&quot;:{&quot;x&quot;:58.82047362537827,&quot;y&quot;:15}},&quot;parent&quot;:{&quot;type&quot;:&quot;CHILD&quot;,&quot;parentId&quot;:&quot;400faf14-4792-494f-a4cf-e1154bba71af&quot;,&quot;order&quot;:&quot;999999999999&quot;}},&quot;3dd76526-041a-43db-a118-364e437084a8&quot;:{&quot;id&quot;:&quot;3dd76526-041a-43db-a118-364e437084a8&quot;,&quot;type&quot;:&quot;FIGURE_OBJECT&quot;,&quot;relativeTransform&quot;:{&quot;translate&quot;:{&quot;x&quot;:-375.9536373296694,&quot;y&quot;:159.3550119186184},&quot;rotate&quot;:0,&quot;skewX&quot;:0,&quot;scale&quot;:{&quot;x&quot;:1,&quot;y&quot;:1}},&quot;text&quot;:{&quot;textData&quot;:{&quot;lineSpacing&quot;:&quot;half&quot;,&quot;alignment&quot;:&quot;left&quot;,&quot;verticalAlign&quot;:&quot;CENTER&quot;,&quot;lines&quot;:[{&quot;runs&quot;:[{&quot;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,&quot;range&quot;:[0,6]}],&quot;text&quot;:&quot;Dataset&quot;}],&quot;_lastCaretLocation&quot;:{&quot;lineIndex&quot;:0,&quot;runIndex&quot;:-1,&quot;charIndex&quot;:-1,&quot;endOfLine&quot;:true}},&quot;format&quot;:&quot;BETTER_TEXT&quot;,&quot;size&quot;:{&quot;x&quot;:46.16172790527344,&quot;y&quot;:15},&quot;targetSize&quot;:{&quot;x&quot;:33.39546203613281,&quot;y&quot;:15}},&quot;parent&quot;:{&quot;type&quot;:&quot;CHILD&quot;,&quot;parentId&quot;:&quot;400faf14-4792-494f-a4cf-e1154bba71af&quot;,&quot;order&quot;:&quot;9999999999995&quot;}},&quot;208c3e74-ad89-4e99-af9a-34c3b3dea2da&quot;:{&quot;id&quot;:&quot;208c3e74-ad89-4e99-af9a-34c3b3dea2da&quot;,&quot;type&quot;:&quot;FIGURE_OBJECT&quot;,&quot;relativeTransform&quot;:{&quot;translate&quot;:{&quot;x&quot;:83.35398872554299,&quot;y&quot;:225.86349458471557},&quot;rotate&quot;:-1.570796326794897,&quot;skewX&quot;:0,&quot;scale&quot;:{&quot;x&quot;:1,&quot;y&quot;:1}},&quot;text&quot;:{&quot;textData&quot;:{&quot;lineSpacing&quot;:&quot;normal&quot;,&quot;alignment&quot;:&quot;left&quot;,&quot;verticalAlign&quot;:&quot;CENTER&quot;,&quot;lines&quot;:[{&quot;runs&quot;:[{&quot;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,&quot;range&quot;:[0,8]}],&quot;text&quot;:&quot;128 cells&quot;}],&quot;_lastCaretLocation&quot;:{&quot;lineIndex&quot;:0,&quot;runIndex&quot;:0,&quot;charIndex&quot;:4}},&quot;format&quot;:&quot;BETTER_TEXT&quot;,&quot;size&quot;:{&quot;x&quot;:72.3021396811648,&quot;y&quot;:17.03337995171848},&quot;targetSize&quot;:{&quot;x&quot;:72.3021396811648,&quot;y&quot;:17.03337995171848}},&quot;parent&quot;:{&quot;type&quot;:&quot;CHILD&quot;,&quot;parentId&quot;:&quot;400faf14-4792-494f-a4cf-e1154bba71af&quot;,&quot;order&quot;:&quot;9999999999997&quot;}},&quot;d7ace59d-2daf-450d-a3e0-2ab439a7c917&quot;:{&quot;id&quot;:&quot;d7ace59d-2daf-450d-a3e0-2ab439a7c917&quot;,&quot;name&quot;:&quot;nb38_cellnum_vs_memory.svg&quot;,&quot;type&quot;:&quot;FIGURE_OBJECT&quot;,&quot;relativeTransform&quot;:{&quot;translate&quot;:{&quot;x&quot;:337.0910311387213,&quot;y&quot;:286.5600090095003},&quot;rotate&quot;:0,&quot;skewX&quot;:0,&quot;scale&quot;:{&quot;x&quot;:0.48000000000000004,&quot;y&quot;:0.48000000000000004}},&quot;image&quot;:{&quot;url&quot;:&quot;https://core.services.biorender.com/api/uploads/noredirect/69df6e7f4806bb37d1851ba8/1776250495887_82333533-b6ca-4085-9381-ce7e13b1da11_icon.svg&quot;,&quot;isPremium&quot;:false,&quot;isSignedURL&quot;:true,&quot;size&quot;:{&quot;x&quot;:300,&quot;y&quot;:280.60344827586204}},&quot;source&quot;:{&quot;id&quot;:&quot;69df6e7f4806bb37d1851ba8&quot;,&quot;type&quot;:&quot;UPLOADS&quot;},&quot;isPremium&quot;:false,&quot;parent&quot;:{&quot;type&quot;:&quot;CHILD&quot;,&quot;parentId&quot;:&quot;400faf14-4792-494f-a4cf-e1154bba71af&quot;,&quot;order&quot;:&quot;9999999999998&quot;}},&quot;2c807fc3-1717-4daa-a51e-57bb8973d8bb&quot;:{&quot;id&quot;:&quot;2c807fc3-1717-4daa-a51e-57bb8973d8bb&quot;,&quot;type&quot;:&quot;FIGURE_OBJECT&quot;,&quot;relativeTransform&quot;:{&quot;translate&quot;:{&quot;x&quot;:349.8200459468765,&quot;y&quot;:348.45253867734937},&quot;rotate&quot;:-1.9915985002059197e-16,&quot;skewX&quot;:0,&quot;scale&quot;:{&quot;x&quot;:1,&quot;y&quot;:1}},&quot;text&quot;:{&quot;textData&quot;:{&quot;lineSpacing&quot;:&quot;half&quot;,&quot;alignment&quot;:&quot;left&quot;,&quot;verticalAlign&quot;:&quot;CENTER&quot;,&quot;lines&quot;:[{&quot;runs&quot;:[{&quot;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,&quot;range&quot;:[0,4]}],&quot;text&quot;:&quot;#Cell&quot;}],&quot;_lastCaretLocation&quot;:{&quot;lineIndex&quot;:0,&quot;runIndex&quot;:-1,&quot;charIndex&quot;:-1,&quot;endOfLine&quot;:true}},&quot;format&quot;:&quot;BETTER_TEXT&quot;,&quot;size&quot;:{&quot;x&quot;:37.923797607421875,&quot;y&quot;:14.000000000000002},&quot;targetSize&quot;:{&quot;x&quot;:37.92379760742187,&quot;y&quot;:14.000000000000002}},&quot;parent&quot;:{&quot;type&quot;:&quot;CHILD&quot;,&quot;parentId&quot;:&quot;400faf14-4792-494f-a4cf-e1154bba71af&quot;,&quot;order&quot;:&quot;9999999999999&quot;}},&quot;60a05104-fb08-4981-9713-97cecf62e032&quot;:{&quot;id&quot;:&quot;60a05104-fb08-4981-9713-97cecf62e032&quot;,&quot;type&quot;:&quot;FIGURE_OBJECT&quot;,&quot;relativeTransform&quot;:{&quot;translate&quot;:{&quot;x&quot;:292.7194789580477,&quot;y&quot;:208.7018308378302},&quot;rotate&quot;:-1.9915985002059197e-16,&quot;skewX&quot;:0,&quot;scale&quot;:{&quot;x&quot;:1,&quot;y&quot;:1}},&quot;text&quot;:{&quot;textData&quot;:{&quot;lineSpacing&quot;:&quot;half&quot;,&quot;alignment&quot;:&quot;left&quot;,&quot;verticalAlign&quot;:&quot;CENTER&quot;,&quot;lines&quot;:[{&quot;runs&quot;:[{&quot;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,&quot;range&quot;:[0,5]}],&quot;text&quot;:&quot;Memory&quot;,&quot;base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},{&quot;runs&quot;:[{&quot;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,&quot;range&quot;:[0,3]}],&quot;text&quot;:&quot;(GB)&quot;,&quot;base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}],&quot;_lastCaretLocation&quot;:{&quot;lineIndex&quot;:1,&quot;runIndex&quot;:0,&quot;charIndex&quot;:0}},&quot;format&quot;:&quot;BETTER_TEXT&quot;,&quot;size&quot;:{&quot;x&quot;:52.390681212328836,&quot;y&quot;:26.06896551724138},&quot;targetSize&quot;:{&quot;x&quot;:52.390681212328836,&quot;y&quot;:26.06896551724138}},&quot;parent&quot;:{&quot;type&quot;:&quot;CHILD&quot;,&quot;parentId&quot;:&quot;400faf14-4792-494f-a4cf-e1154bba71af&quot;,&quot;order&quot;:&quot;99999999999995&quot;}},&quot;aa863102-8e2f-426e-9424-579a495eb0c6&quot;:{&quot;type&quot;:&quot;FIGURE_OBJECT&quot;,&quot;id&quot;:&quot;aa863102-8e2f-426e-9424-579a495eb0c6&quot;,&quot;path&quot;:{&quot;type&quot;:&quot;ELLIPSE&quot;,&quot;size&quot;:{&quot;x&quot;:10,&quot;y&quot;:10}},&quot;pathStyles&quot;:[{&quot;type&quot;:&quot;FILL&quot;,&quot;fillStyle&quot;:&quot;rgb(0, 0, 255)&quot;},{&quot;type&quot;:&quot;STROKE&quot;,&quot;strokeStyle&quot;:&quot;rgba(0,0,0,0)&quot;,&quot;lineWidth&quot;:1.1940516349488097,&quot;lineJoin&quot;:&quot;round&quot;}],&quot;parent&quot;:{&quot;type&quot;:&quot;CHILD&quot;,&quot;parentId&quot;:&quot;400faf14-4792-494f-a4cf-e1154bba71af&quot;,&quot;order&quot;:&quot;99999999999997&quot;},&quot;relativeTransform&quot;:{&quot;translate&quot;:{&quot;x&quot;:327.16053921139803,&quot;y&quot;:190.22771326453227},&quot;rotate&quot;:0,&quot;skewX&quot;:0,&quot;scale&quot;:{&quot;x&quot;:1,&quot;y&quot;:1}}},&quot;43da033b-5201-4904-a226-bfb5dcb4abb3&quot;:{&quot;id&quot;:&quot;43da033b-5201-4904-a226-bfb5dcb4abb3&quot;,&quot;type&quot;:&quot;FIGURE_OBJECT&quot;,&quot;relativeTransform&quot;:{&quot;translate&quot;:{&quot;x&quot;:370.8974520675178,&quot;y&quot;:188.82429621932857},&quot;rotate&quot;:-1.9915985002059202e-16,&quot;skewX&quot;:-4.930380657631324e-32,&quot;scale&quot;:{&quot;x&quot;:1,&quot;y&quot;:1}},&quot;text&quot;:{&quot;textData&quot;:{&quot;lineSpacing&quot;:&quot;half&quot;,&quot;alignment&quot;:&quot;left&quot;,&quot;verticalAlign&quot;:&quot;CENTER&quot;,&quot;lines&quot;:[{&quot;runs&quot;:[{&quot;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,&quot;range&quot;:[0,7]}],&quot;text&quot;:&quot;w/o MMSM&quot;}],&quot;_lastCaretLocation&quot;:{&quot;lineIndex&quot;:0,&quot;runIndex&quot;:-1,&quot;charIndex&quot;:-1,&quot;endOfLine&quot;:true}},&quot;format&quot;:&quot;BETTER_TEXT&quot;,&quot;size&quot;:{&quot;x&quot;:68.15162658830009,&quot;y&quot;:14},&quot;targetSize&quot;:{&quot;x&quot;:68.15162658830009,&quot;y&quot;:14}},&quot;parent&quot;:{&quot;type&quot;:&quot;CHILD&quot;,&quot;parentId&quot;:&quot;400faf14-4792-494f-a4cf-e1154bba71af&quot;,&quot;order&quot;:&quot;99999999999998&quot;}},&quot;c99a161f-dcd9-46c0-81ba-13f1853a14c0&quot;:{&quot;type&quot;:&quot;FIGURE_OBJECT&quot;,&quot;id&quot;:&quot;c99a161f-dcd9-46c0-81ba-13f1853a14c0&quot;,&quot;path&quot;:{&quot;type&quot;:&quot;RECT&quot;,&quot;size&quot;:{&quot;x&quot;:9.567901234567898,&quot;y&quot;:9.567901234567898},&quot;cornerRounding&quot;:{&quot;type&quot;:&quot;ARC_LENGTH&quot;,&quot;global&quot;:0}},&quot;pathStyles&quot;:[{&quot;type&quot;:&quot;FILL&quot;,&quot;fillStyle&quot;:&quot;rgb(255, 0, 0)&quot;},{&quot;type&quot;:&quot;STROKE&quot;,&quot;strokeStyle&quot;:&quot;rgba(0,0,0,0)&quot;,&quot;lineWidth&quot;:2,&quot;lineJoin&quot;:&quot;round&quot;}],&quot;parent&quot;:{&quot;type&quot;:&quot;CHILD&quot;,&quot;parentId&quot;:&quot;400faf14-4792-494f-a4cf-e1154bba71af&quot;,&quot;order&quot;:&quot;99999999999999&quot;},&quot;relativeTransform&quot;:{&quot;translate&quot;:{&quot;x&quot;:326.9738517762181,&quot;y&quot;:209.1468904523075},&quot;rotate&quot;:0,&quot;skewX&quot;:0,&quot;scale&quot;:{&quot;x&quot;:1,&quot;y&quot;:1}}},&quot;163104cd-c6f9-49fe-ae88-cffe3bae8c1a&quot;:{&quot;id&quot;:&quot;163104cd-c6f9-49fe-ae88-cffe3bae8c1a&quot;,&quot;type&quot;:&quot;FIGURE_OBJECT&quot;,&quot;relativeTransform&quot;:{&quot;translate&quot;:{&quot;x&quot;:370.89777305517214,&quot;y&quot;:207.9311233798224},&quot;rotate&quot;:-1.9915985002059202e-16,&quot;skewX&quot;:-4.930380657631324e-32,&quot;scale&quot;:{&quot;x&quot;:1,&quot;y&quot;:1}},&quot;text&quot;:{&quot;textData&quot;:{&quot;lineSpacing&quot;:&quot;half&quot;,&quot;alignment&quot;:&quot;left&quot;,&quot;verticalAlign&quot;:&quot;CENTER&quot;,&quot;lines&quot;:[{&quot;runs&quot;:[{&quot;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,&quot;range&quot;:[0,6]}],&quot;text&quot;:&quot;w/ MMSM&quot;,&quot;base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}],&quot;_lastCaretLocation&quot;:{&quot;lineIndex&quot;:0,&quot;runIndex&quot;:0,&quot;charIndex&quot;:2}},&quot;format&quot;:&quot;BETTER_TEXT&quot;,&quot;size&quot;:{&quot;x&quot;:68.15162658830009,&quot;y&quot;:14},&quot;targetSize&quot;:{&quot;x&quot;:68.15162658830009,&quot;y&quot;:14}},&quot;parent&quot;:{&quot;type&quot;:&quot;CHILD&quot;,&quot;parentId&quot;:&quot;400faf14-4792-494f-a4cf-e1154bba71af&quot;,&quot;order&quot;:&quot;999999999999995&quot;}},&quot;2dd15e9e-7e64-43ac-abbc-deec3199fae4&quot;:{&quot;type&quot;:&quot;FIGURE_OBJECT&quot;,&quot;id&quot;:&quot;2dd15e9e-7e64-43ac-abbc-deec3199fae4&quot;,&quot;path&quot;:{&quot;type&quot;:&quot;RECT&quot;,&quot;size&quot;:{&quot;x&quot;:87.47888605853561,&quot;y&quot;:38.580246913580254},&quot;cornerRounding&quot;:{&quot;type&quot;:&quot;ARC_LENGTH&quot;,&quot;global&quot;:0}},&quot;pathStyles&quot;:[{&quot;type&quot;:&quot;FILL&quot;,&quot;fillStyle&quot;:&quot;rgba(0,0,0,0)&quot;},{&quot;type&quot;:&quot;STROKE&quot;,&quot;strokeStyle&quot;:&quot;rgba(23,23,23,1)&quot;,&quot;lineWidth&quot;:1,&quot;lineJoin&quot;:&quot;round&quot;}],&quot;parent&quot;:{&quot;type&quot;:&quot;CHILD&quot;,&quot;parentId&quot;:&quot;400faf14-4792-494f-a4cf-e1154bba71af&quot;,&quot;order&quot;:&quot;999999999999997&quot;},&quot;relativeTransform&quot;:{&quot;translate&quot;:{&quot;x&quot;:362.05421089389836,&quot;y&quot;:199.42466823008527},&quot;rotate&quot;:0,&quot;skewX&quot;:0,&quot;scale&quot;:{&quot;x&quot;:1,&quot;y&quot;:1}}},&quot;7cbdd495-a61a-468f-addf-4e735c997131&quot;:{&quot;type&quot;:&quot;FIGURE_OBJECT&quot;,&quot;id&quot;:&quot;7cbdd495-a61a-468f-addf-4e735c997131&quot;,&quot;relativeTransform&quot;:{&quot;translate&quot;:{&quot;x&quot;:399.716500811569,&quot;y&quot;:275.8306427111497},&quot;rotate&quot;:0,&quot;skewX&quot;:0,&quot;scale&quot;:{&quot;x&quot;:1,&quot;y&quot;:1}},&quot;opacity&quot;:1,&quot;path&quot;:{&quot;type&quot;:&quot;POLY_LINE&quot;,&quot;points&quot;:[{&quot;x&quot;:0,&quot;y&quot;:-30.90809588845817},{&quot;x&quot;:0,&quot;y&quot;:30.90809588845817}],&quot;closed&quot;:false},&quot;pathStyles&quot;:[{&quot;type&quot;:&quot;FILL&quot;,&quot;fillStyle&quot;:&quot;rgba(0,0,0,0)&quot;},{&quot;type&quot;:&quot;STROKE&quot;,&quot;strokeStyle&quot;:&quot;#232323&quot;,&quot;lineWidth&quot;:1,&quot;lineJoin&quot;:&quot;round&quot;}],&quot;pathMarkers&quot;:{&quot;markerStart&quot;:{&quot;type&quot;:&quot;PATH&quot;,&quot;units&quot;:{&quot;type&quot;:&quot;STROKE_WIDTH&quot;,&quot;scale&quot;:0.3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400faf14-4792-494f-a4cf-e1154bba71af&quot;,&quot;order&quot;:&quot;999999999999998&quot;},&quot;connectorInfo&quot;:{&quot;type&quot;:&quot;LINE&quot;,&quot;offset&quot;:{&quot;x&quot;:0,&quot;y&quot;:0},&quot;bending&quot;:0.1,&quot;customized&quot;:false}},&quot;8e3dfa2e-0bd8-4537-b5f4-282a1d5f3b17&quot;:{&quot;id&quot;:&quot;8e3dfa2e-0bd8-4537-b5f4-282a1d5f3b17&quot;,&quot;type&quot;:&quot;FIGURE_OBJECT&quot;,&quot;relativeTransform&quot;:{&quot;translate&quot;:{&quot;x&quot;:391.47947103259287,&quot;y&quot;:275.8307971270327},&quot;rotate&quot;:-1.570796326794897,&quot;skewX&quot;:0,&quot;scale&quot;:{&quot;x&quot;:1,&quot;y&quot;:1}},&quot;text&quot;:{&quot;textData&quot;:{&quot;lineSpacing&quot;:&quot;half&quot;,&quot;alignment&quot;:&quot;left&quot;,&quot;verticalAlign&quot;:&quot;CENTER&quot;,&quot;lines&quot;:[{&quot;runs&quot;:[{&quot;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,&quot;range&quot;:[0,4]}],&quot;text&quot;:&quot;÷3480&quot;}],&quot;_lastCaretLocation&quot;:{&quot;lineIndex&quot;:0,&quot;runIndex&quot;:0,&quot;charIndex&quot;:1}},&quot;format&quot;:&quot;BETTER_TEXT&quot;,&quot;size&quot;:{&quot;x&quot;:37.923797607421875,&quot;y&quot;:14.000000000000002},&quot;targetSize&quot;:{&quot;x&quot;:37.92379760742187,&quot;y&quot;:14.000000000000002}},&quot;parent&quot;:{&quot;type&quot;:&quot;CHILD&quot;,&quot;parentId&quot;:&quot;400faf14-4792-494f-a4cf-e1154bba71af&quot;,&quot;order&quot;:&quot;999999999999999&quot;}},&quot;d36603e1-c4ef-4ecb-b112-6b8caa4d6d62&quot;:{&quot;id&quot;:&quot;d36603e1-c4ef-4ecb-b112-6b8caa4d6d62&quot;,&quot;type&quot;:&quot;FIGURE_OBJECT&quot;,&quot;relativeTransform&quot;:{&quot;translate&quot;:{&quot;x&quot;:-28.89953574880782,&quot;y&quot;:104.9773176249012},&quot;rotate&quot;:0,&quot;skewX&quot;:0,&quot;scale&quot;:{&quot;x&quot;:1,&quot;y&quot;:1}},&quot;text&quot;:{&quot;textData&quot;:{&quot;lineSpacing&quot;:&quot;normal&quot;,&quot;alignment&quot;:&quot;left&quot;,&quot;verticalAlign&quot;:&quot;CENTER&quot;,&quot;lines&quot;:[{&quot;runs&quot;:[{&quot;style&quot;:{&quot;fontFamily&quot;:&quot;Arial&quot;,&quot;fontSize&quot;:14.666666666666666,&quot;color&quot;:&quot;black&quot;,&quot;fontWeight&quot;:&quot;bold&quot;,&quot;fontStyle&quot;:&quot;normal&quot;,&quot;decoration&quot;:&quot;none&quot;},&quot;range&quot;:[0,0]}],&quot;text&quot;:&quot;D&quot;}],&quot;_lastCaretLocation&quot;:{&quot;lineIndex&quot;:0,&quot;runIndex&quot;:-1,&quot;charIndex&quot;:-1,&quot;endOfLine&quot;:true}},&quot;format&quot;:&quot;BETTER_TEXT&quot;,&quot;size&quot;:{&quot;x&quot;:26.886428833007812,&quot;y&quot;:24.24},&quot;targetSize&quot;:{&quot;x&quot;:10.584518432617188,&quot;y&quot;:24.24}},&quot;parent&quot;:{&quot;type&quot;:&quot;CHILD&quot;,&quot;parentId&quot;:&quot;400faf14-4792-494f-a4cf-e1154bba71af&quot;,&quot;order&quot;:&quot;9999999999999995&quot;}},&quot;c5dd9e94-b747-4ee8-8619-040922154bc0&quot;:{&quot;id&quot;:&quot;c5dd9e94-b747-4ee8-8619-040922154bc0&quot;,&quot;type&quot;:&quot;FIGURE_OBJECT&quot;,&quot;relativeTransform&quot;:{&quot;translate&quot;:{&quot;x&quot;:172.7799338686476,&quot;y&quot;:-212.3859864915276},&quot;rotate&quot;:-2.4492935982947064e-16,&quot;skewX&quot;:0,&quot;scale&quot;:{&quot;x&quot;:1,&quot;y&quot;:1}},&quot;text&quot;:{&quot;textData&quot;:{&quot;lineSpacing&quot;:&quot;half&quot;,&quot;alignment&quot;:&quot;left&quot;,&quot;verticalAlign&quot;:&quot;CENTER&quot;,&quot;lines&quot;:[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17]}],&quot;text&quot;:&quot;Cell state decoder&quot;,&quot;base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}],&quot;_lastCaretLocation&quot;:{&quot;lineIndex&quot;:0,&quot;runIndex&quot;:-1,&quot;charIndex&quot;:-1,&quot;endOfLine&quot;:true}},&quot;format&quot;:&quot;BETTER_TEXT&quot;,&quot;size&quot;:{&quot;x&quot;:133.25162282704616,&quot;y&quot;:15},&quot;targetSize&quot;:{&quot;x&quot;:133.25162282704616,&quot;y&quot;:15}},&quot;parent&quot;:{&quot;type&quot;:&quot;CHILD&quot;,&quot;parentId&quot;:&quot;400faf14-4792-494f-a4cf-e1154bba71af&quot;,&quot;order&quot;:&quot;9999999999999997&quot;}},&quot;697ec65d-cd4c-4356-8219-6c6fb1ec2354&quot;:{&quot;id&quot;:&quot;697ec65d-cd4c-4356-8219-6c6fb1ec2354&quot;,&quot;type&quot;:&quot;FIGURE_OBJECT&quot;,&quot;relativeTransform&quot;:{&quot;translate&quot;:{&quot;x&quot;:-138.60824630525553,&quot;y&quot;:-82.83364782298878},&quot;rotate&quot;:-2.4492935982947074e-16,&quot;skewX&quot;:-4.437342591868191e-31,&quot;scale&quot;:{&quot;x&quot;:1,&quot;y&quot;:1}},&quot;text&quot;:{&quot;textData&quot;:{&quot;lineSpacing&quot;:&quot;half&quot;,&quot;alignment&quot;:&quot;left&quot;,&quot;verticalAlign&quot;:&quot;CENTER&quot;,&quot;lines&quot;:[{&quot;runs&quot;:[{&quot;style&quot;:{&quot;fontFamily&quot;:&quot;Arial&quot;,&quot;fontSize&quot;:13.333333333333332,&quot;color&quot;:&quot;black&quot;,&quot;fontWeight&quot;:&quot;normal&quot;,&quot;fontStyle&quot;:&quot;normal&quot;,&quot;decoration&quot;:&quot;none&quot;,&quot;script&quot;:&quot;none&quot;},&quot;range&quot;:[0,0]},{&quot;style&quot;:{&quot;fontFamily&quot;:&quot;Arial&quot;,&quot;fontSize&quot;:13.333333333333332,&quot;color&quot;:&quot;black&quot;,&quot;fontWeight&quot;:&quot;normal&quot;,&quot;fontStyle&quot;:&quot;italic&quot;,&quot;decoration&quot;:&quot;none&quot;,&quot;script&quot;:&quot;none&quot;},&quot;range&quot;:[1,1]}],&quot;text&quot;:&quot;+b&quot;}],&quot;_lastCaretLocation&quot;:{&quot;lineIndex&quot;:0,&quot;runIndex&quot;:-1,&quot;charIndex&quot;:-1,&quot;endOfLine&quot;:true}},&quot;format&quot;:&quot;BETTER_TEXT&quot;,&quot;size&quot;:{&quot;x&quot;:20.95288254294632,&quot;y&quot;:14.09972205427622},&quot;targetSize&quot;:{&quot;x&quot;:20.95288254294632,&quot;y&quot;:14.09972205427622}},&quot;parent&quot;:{&quot;type&quot;:&quot;CHILD&quot;,&quot;parentId&quot;:&quot;400faf14-4792-494f-a4cf-e1154bba71af&quot;,&quot;order&quot;:&quot;9999999999999998&quot;}},&quot;59a25df8-8575-499c-9aed-888c6c246eed&quot;:{&quot;type&quot;:&quot;FIGURE_OBJECT&quot;,&quot;id&quot;:&quot;59a25df8-8575-499c-9aed-888c6c246eed&quot;,&quot;path&quot;:{&quot;type&quot;:&quot;ELLIPSE&quot;,&quot;size&quot;:{&quot;x&quot;:22.342889900709565,&quot;y&quot;:22.342889900709565}},&quot;pathStyles&quot;:[{&quot;type&quot;:&quot;FILL&quot;,&quot;fillStyle&quot;:&quot;rgba(0,0,0,0)&quot;},{&quot;type&quot;:&quot;STROKE&quot;,&quot;strokeStyle&quot;:&quot;rgba(148,34,31,1)&quot;,&quot;lineWidth&quot;:1,&quot;lineJoin&quot;:&quot;round&quot;}],&quot;parent&quot;:{&quot;type&quot;:&quot;CHILD&quot;,&quot;parentId&quot;:&quot;400faf14-4792-494f-a4cf-e1154bba71af&quot;,&quot;order&quot;:&quot;9999999999999999&quot;},&quot;relativeTransform&quot;:{&quot;translate&quot;:{&quot;x&quot;:-140.942555844666,&quot;y&quot;:-82.51407751871324},&quot;rotate&quot;:0,&quot;skewX&quot;:0,&quot;scale&quot;:{&quot;x&quot;:1,&quot;y&quot;:1}}},&quot;9c7b8e41-bcc1-4573-a413-01e458b18b3e&quot;:{&quot;type&quot;:&quot;FIGURE_OBJECT&quot;,&quot;id&quot;:&quot;9c7b8e41-bcc1-4573-a413-01e458b18b3e&quot;,&quot;relativeTransform&quot;:{&quot;translate&quot;:{&quot;x&quot;:-140.6440910681377,&quot;y&quot;:-81.95335988488856},&quot;rotate&quot;:0,&quot;skewX&quot;:0,&quot;scale&quot;:{&quot;x&quot;:1,&quot;y&quot;:1}},&quot;opacity&quot;:1,&quot;path&quot;:{&quot;type&quot;:&quot;POLY_LINE&quot;,&quot;points&quot;:[{&quot;x&quot;:-7.293210085144324,&quot;y&quot;:-8.671161204126378},{&quot;x&quot;:7.034362013814544,&quot;y&quot;:8.153465061466868}],&quot;closed&quot;:false},&quot;pathStyles&quot;:[{&quot;type&quot;:&quot;FILL&quot;,&quot;fillStyle&quot;:&quot;rgba(0,0,0,0)&quot;},{&quot;type&quot;:&quot;STROKE&quot;,&quot;strokeStyle&quot;:&quot;rgba(148,34,31,1)&quot;,&quot;lineWidth&quot;:1,&quot;lineJoin&quot;:&quot;round&quot;}],&quot;isLocked&quot;:false,&quot;parent&quot;:{&quot;type&quot;:&quot;CHILD&quot;,&quot;parentId&quot;:&quot;400faf14-4792-494f-a4cf-e1154bba71af&quot;,&quot;order&quot;:&quot;99999999999999995&quot;},&quot;connectorInfo&quot;:{&quot;type&quot;:&quot;LINE&quot;,&quot;offset&quot;:{&quot;x&quot;:0,&quot;y&quot;:0},&quot;bending&quot;:0.1,&quot;customized&quot;:false}},&quot;c811f71f-1d35-4623-8090-6ecae2d4a06a&quot;:{&quot;id&quot;:&quot;c811f71f-1d35-4623-8090-6ecae2d4a06a&quot;,&quot;type&quot;:&quot;FIGURE_OBJECT&quot;,&quot;document&quot;:{&quot;type&quot;:&quot;DOCUMENT_GROUP&quot;,&quot;canvasType&quot;:&quot;SLIDE&quot;,&quot;units&quot;:&quot;in&quot;}}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8db747c884a021285ec2043"/>
  <p:tag name="SLIDEID" val="e40e7ba3-2a8d-46df-be84-ee18c0f380f7"/>
  <p:tag name="VERSION" val="1760532424383"/>
  <p:tag name="TITLE" val="export"/>
  <p:tag name="CREATORNAME" val="bioren der"/>
  <p:tag name="DATEINSERTED" val="1778654853636"/>
  <p:tag name="DPI" val="300"/>
  <p:tag name="BIOJSON" val="{&quot;id&quot;:&quot;c811f71f-1d35-4623-8090-6ecae2d4a06a&quot;,&quot;objects&quot;:{&quot;e40e7ba3-2a8d-46df-be84-ee18c0f380f7&quot;:{&quot;id&quot;:&quot;e40e7ba3-2a8d-46df-be84-ee18c0f380f7&quot;,&quot;type&quot;:&quot;FIGURE_OBJECT&quot;,&quot;document&quot;:{&quot;type&quot;:&quot;FIGURE&quot;,&quot;canvasType&quot;:&quot;FIGURE&quot;,&quot;units&quot;:&quot;in&quot;,&quot;aspectRatio&quot;:0},&quot;parent&quot;:{&quot;type&quot;:&quot;DOCUMENT&quot;,&quot;parentId&quot;:&quot;c811f71f-1d35-4623-8090-6ecae2d4a06a&quot;,&quot;order&quot;:&quot;8&quot;}},&quot;205f1f68-69ec-4818-8f7b-2f5766a8c725&quot;:{&quot;id&quot;:&quot;205f1f68-69ec-4818-8f7b-2f5766a8c725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816,&quot;y&quot;:1056}},&quot;pathStyles&quot;:[{&quot;type&quot;:&quot;FILL&quot;,&quot;fillStyle&quot;:&quot;rgba(0,0,0,0)&quot;}],&quot;parent&quot;:{&quot;parentId&quot;:&quot;e40e7ba3-2a8d-46df-be84-ee18c0f380f7&quot;,&quot;type&quot;:&quot;FRAME&quot;,&quot;order&quot;:&quot;5&quot;}},&quot;c811f71f-1d35-4623-8090-6ecae2d4a06a&quot;:{&quot;id&quot;:&quot;c811f71f-1d35-4623-8090-6ecae2d4a06a&quot;,&quot;type&quot;:&quot;FIGURE_OBJECT&quot;,&quot;document&quot;:{&quot;type&quot;:&quot;DOCUMENT_GROUP&quot;,&quot;canvasType&quot;:&quot;SLIDE&quot;,&quot;units&quot;:&quot;in&quot;}}}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88</Words>
  <Application>Microsoft Macintosh PowerPoint</Application>
  <PresentationFormat>Custom</PresentationFormat>
  <Paragraphs>14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Yuning You (SSE)</cp:lastModifiedBy>
  <cp:revision>18</cp:revision>
  <dcterms:created xsi:type="dcterms:W3CDTF">2026-05-13T06:47:35Z</dcterms:created>
  <dcterms:modified xsi:type="dcterms:W3CDTF">2026-10-22T02:32:45Z</dcterms:modified>
</cp:coreProperties>
</file>