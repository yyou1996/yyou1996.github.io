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5"/>
    <p:restoredTop sz="94610"/>
  </p:normalViewPr>
  <p:slideViewPr>
    <p:cSldViewPr snapToGrid="0" snapToObjects="1">
      <p:cViewPr>
        <p:scale>
          <a:sx n="107" d="100"/>
          <a:sy n="107" d="100"/>
        </p:scale>
        <p:origin x="2152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277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Text 2"/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description (Arial, font size 11, boldfaced)</a:t>
            </a:r>
            <a:endParaRPr lang="en-US" sz="1100" dirty="0"/>
          </a:p>
        </p:txBody>
      </p:sp>
      <p:sp>
        <p:nvSpPr>
          <p:cNvPr id="135" name="Text 2">
            <a:extLst>
              <a:ext uri="{FF2B5EF4-FFF2-40B4-BE49-F238E27FC236}">
                <a16:creationId xmlns:a16="http://schemas.microsoft.com/office/drawing/2014/main" id="{5847ABAE-0B32-EEDC-6D5F-76787F77F21E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136" name="Text 2">
            <a:extLst>
              <a:ext uri="{FF2B5EF4-FFF2-40B4-BE49-F238E27FC236}">
                <a16:creationId xmlns:a16="http://schemas.microsoft.com/office/drawing/2014/main" id="{5E08DC80-0BDC-C7FB-EF9F-A4ACD7C3DF8C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37" name="Text 2">
            <a:extLst>
              <a:ext uri="{FF2B5EF4-FFF2-40B4-BE49-F238E27FC236}">
                <a16:creationId xmlns:a16="http://schemas.microsoft.com/office/drawing/2014/main" id="{B2D0BE93-E6D9-AD6B-9D8E-E2E5281A72A7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CC4EE358-6721-0ED7-3504-1357CD9AAA61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89F1B824-061F-3BD9-524B-0D89D2985F70}"/>
              </a:ext>
            </a:extLst>
          </p:cNvPr>
          <p:cNvSpPr/>
          <p:nvPr/>
        </p:nvSpPr>
        <p:spPr>
          <a:xfrm>
            <a:off x="9139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7EF416-77DF-2CFC-19FC-4ABE4A418289}"/>
              </a:ext>
            </a:extLst>
          </p:cNvPr>
          <p:cNvSpPr/>
          <p:nvPr/>
        </p:nvSpPr>
        <p:spPr>
          <a:xfrm>
            <a:off x="1367700" y="44002"/>
            <a:ext cx="50369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Minimal take-home description (Arial, font size 11, boldfaced)</a:t>
            </a:r>
            <a:endParaRPr lang="en-US" sz="11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FDEA7B5-A22E-4793-9370-5A2C0C090481}"/>
              </a:ext>
            </a:extLst>
          </p:cNvPr>
          <p:cNvSpPr/>
          <p:nvPr/>
        </p:nvSpPr>
        <p:spPr>
          <a:xfrm>
            <a:off x="2970004" y="230883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11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132406F-16C6-8FC3-FA4D-9FA77D18ED4A}"/>
              </a:ext>
            </a:extLst>
          </p:cNvPr>
          <p:cNvSpPr/>
          <p:nvPr/>
        </p:nvSpPr>
        <p:spPr>
          <a:xfrm>
            <a:off x="2970004" y="417764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775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10</a:t>
            </a:r>
            <a:endParaRPr lang="en-US" sz="10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92C18374-D5B4-9B14-3B6A-F3B0002BE65B}"/>
              </a:ext>
            </a:extLst>
          </p:cNvPr>
          <p:cNvSpPr/>
          <p:nvPr/>
        </p:nvSpPr>
        <p:spPr>
          <a:xfrm>
            <a:off x="2970003" y="604645"/>
            <a:ext cx="1832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Arial, font size 9</a:t>
            </a:r>
            <a:endParaRPr lang="en-US" sz="900" dirty="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DEC8F1F9-E3C8-B1A0-FDE7-28DB764F5289}"/>
              </a:ext>
            </a:extLst>
          </p:cNvPr>
          <p:cNvSpPr/>
          <p:nvPr/>
        </p:nvSpPr>
        <p:spPr>
          <a:xfrm>
            <a:off x="2110854" y="4847791"/>
            <a:ext cx="3550688" cy="362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7750"/>
              </a:lnSpc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figure caption contains the necessary information for readers to understand the figure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e40e7ba3-2a8d-46df-be84-ee18c0f380f7"/>
  <p:tag name="VERSION" val="1760532424383"/>
  <p:tag name="TITLE" val="export"/>
  <p:tag name="CREATORNAME" val="bioren der"/>
  <p:tag name="DATEINSERTED" val="1778654853636"/>
  <p:tag name="DPI" val="300"/>
  <p:tag name="BIOJSON" val="{&quot;id&quot;:&quot;c811f71f-1d35-4623-8090-6ecae2d4a06a&quot;,&quot;objects&quot;:{&quot;e40e7ba3-2a8d-46df-be84-ee18c0f380f7&quot;:{&quot;id&quot;:&quot;e40e7ba3-2a8d-46df-be84-ee18c0f380f7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8&quot;}},&quot;205f1f68-69ec-4818-8f7b-2f5766a8c725&quot;:{&quot;id&quot;:&quot;205f1f68-69ec-4818-8f7b-2f5766a8c72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e40e7ba3-2a8d-46df-be84-ee18c0f380f7&quot;,&quot;type&quot;:&quot;FRAME&quot;,&quot;order&quot;:&quot;5&quot;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88</Words>
  <Application>Microsoft Macintosh PowerPoint</Application>
  <PresentationFormat>Custom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16</cp:revision>
  <dcterms:created xsi:type="dcterms:W3CDTF">2026-05-13T06:47:35Z</dcterms:created>
  <dcterms:modified xsi:type="dcterms:W3CDTF">2026-08-09T07:01:42Z</dcterms:modified>
</cp:coreProperties>
</file>