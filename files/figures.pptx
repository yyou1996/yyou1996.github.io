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48" d="100"/>
          <a:sy n="148" d="100"/>
        </p:scale>
        <p:origin x="126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2701154" y="44002"/>
            <a:ext cx="23700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11, boldfaced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10</a:t>
            </a:r>
            <a:endParaRPr lang="en-US" sz="1000" dirty="0"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B2D0BE93-E6D9-AD6B-9D8E-E2E5281A72A7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E6FF2A9E-5EEA-DEA3-558A-CC5D19F10BFF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F03D18D-6ED6-4E95-BD38-A84CDD330F43}"/>
              </a:ext>
            </a:extLst>
          </p:cNvPr>
          <p:cNvSpPr/>
          <p:nvPr/>
        </p:nvSpPr>
        <p:spPr>
          <a:xfrm>
            <a:off x="2701154" y="44002"/>
            <a:ext cx="23700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11, boldfaced</a:t>
            </a:r>
            <a:endParaRPr lang="en-US" sz="11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F611D755-CB47-3ECA-5228-1A214D4007DD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11</a:t>
            </a:r>
            <a:endParaRPr lang="en-US" sz="11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1849CAAA-1062-DA7D-F72D-B19E7F34E4DD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10</a:t>
            </a:r>
            <a:endParaRPr lang="en-US" sz="10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6E2FD44C-9CB6-BC52-4A65-F6BA6C69469F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</Words>
  <Application>Microsoft Macintosh PowerPoint</Application>
  <PresentationFormat>Custom</PresentationFormat>
  <Paragraphs>12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6</cp:revision>
  <dcterms:created xsi:type="dcterms:W3CDTF">2026-05-13T06:47:35Z</dcterms:created>
  <dcterms:modified xsi:type="dcterms:W3CDTF">2026-05-22T02:57:07Z</dcterms:modified>
</cp:coreProperties>
</file>