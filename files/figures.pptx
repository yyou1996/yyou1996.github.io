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19"/>
    <p:restoredTop sz="94610"/>
  </p:normalViewPr>
  <p:slideViewPr>
    <p:cSldViewPr snapToGrid="0" snapToObjects="1">
      <p:cViewPr>
        <p:scale>
          <a:sx n="128" d="100"/>
          <a:sy n="128" d="100"/>
        </p:scale>
        <p:origin x="15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statement (Arial, font size 11, boldfaced)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C4EE358-6721-0ED7-3504-1357CD9AAA61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9F1B824-061F-3BD9-524B-0D89D2985F70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7EF416-77DF-2CFC-19FC-4ABE4A418289}"/>
              </a:ext>
            </a:extLst>
          </p:cNvPr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statement (Arial, font size 11, boldfaced)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FDEA7B5-A22E-4793-9370-5A2C0C090481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132406F-16C6-8FC3-FA4D-9FA77D18ED4A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92C18374-D5B4-9B14-3B6A-F3B0002BE65B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EC8F1F9-E3C8-B1A0-FDE7-28DB764F5289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88</Words>
  <Application>Microsoft Macintosh PowerPoint</Application>
  <PresentationFormat>Custom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17</cp:revision>
  <dcterms:created xsi:type="dcterms:W3CDTF">2026-05-13T06:47:35Z</dcterms:created>
  <dcterms:modified xsi:type="dcterms:W3CDTF">2026-08-09T07:04:18Z</dcterms:modified>
</cp:coreProperties>
</file>